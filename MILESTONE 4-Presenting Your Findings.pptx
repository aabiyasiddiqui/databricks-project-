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4"/>
    <p:sldMasterId id="214748370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Hanken Grotesk Medium"/>
      <p:regular r:id="rId21"/>
      <p:bold r:id="rId22"/>
      <p:italic r:id="rId23"/>
      <p:boldItalic r:id="rId24"/>
    </p:embeddedFont>
    <p:embeddedFont>
      <p:font typeface="Neuton Light"/>
      <p:regular r:id="rId25"/>
      <p:bold r:id="rId26"/>
      <p:boldItalic r:id="rId27"/>
    </p:embeddedFont>
    <p:embeddedFont>
      <p:font typeface="Hanken Grotesk"/>
      <p:regular r:id="rId28"/>
      <p:bold r:id="rId29"/>
      <p:italic r:id="rId30"/>
      <p:boldItalic r:id="rId31"/>
    </p:embeddedFont>
    <p:embeddedFont>
      <p:font typeface="Hanken Grotesk SemiBold"/>
      <p:regular r:id="rId32"/>
      <p:bold r:id="rId33"/>
      <p:italic r:id="rId34"/>
      <p:boldItalic r:id="rId35"/>
    </p:embeddedFont>
    <p:embeddedFont>
      <p:font typeface="Neuton"/>
      <p:regular r:id="rId36"/>
      <p:bold r:id="rId37"/>
      <p:italic r:id="rId38"/>
    </p:embeddedFont>
    <p:embeddedFont>
      <p:font typeface="Hanken Grotesk Light"/>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ankenGroteskLight-bold.fntdata"/><Relationship Id="rId20" Type="http://schemas.openxmlformats.org/officeDocument/2006/relationships/slide" Target="slides/slide14.xml"/><Relationship Id="rId42" Type="http://schemas.openxmlformats.org/officeDocument/2006/relationships/font" Target="fonts/HankenGroteskLight-boldItalic.fntdata"/><Relationship Id="rId41" Type="http://schemas.openxmlformats.org/officeDocument/2006/relationships/font" Target="fonts/HankenGroteskLight-italic.fntdata"/><Relationship Id="rId22" Type="http://schemas.openxmlformats.org/officeDocument/2006/relationships/font" Target="fonts/HankenGroteskMedium-bold.fntdata"/><Relationship Id="rId21" Type="http://schemas.openxmlformats.org/officeDocument/2006/relationships/font" Target="fonts/HankenGroteskMedium-regular.fntdata"/><Relationship Id="rId24" Type="http://schemas.openxmlformats.org/officeDocument/2006/relationships/font" Target="fonts/HankenGroteskMedium-boldItalic.fntdata"/><Relationship Id="rId23" Type="http://schemas.openxmlformats.org/officeDocument/2006/relationships/font" Target="fonts/HankenGroteskMedium-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NeutonLight-bold.fntdata"/><Relationship Id="rId25" Type="http://schemas.openxmlformats.org/officeDocument/2006/relationships/font" Target="fonts/NeutonLight-regular.fntdata"/><Relationship Id="rId28" Type="http://schemas.openxmlformats.org/officeDocument/2006/relationships/font" Target="fonts/HankenGrotesk-regular.fntdata"/><Relationship Id="rId27" Type="http://schemas.openxmlformats.org/officeDocument/2006/relationships/font" Target="fonts/NeutonLight-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HankenGrotesk-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ankenGrotesk-boldItalic.fntdata"/><Relationship Id="rId30" Type="http://schemas.openxmlformats.org/officeDocument/2006/relationships/font" Target="fonts/HankenGrotesk-italic.fntdata"/><Relationship Id="rId11" Type="http://schemas.openxmlformats.org/officeDocument/2006/relationships/slide" Target="slides/slide5.xml"/><Relationship Id="rId33" Type="http://schemas.openxmlformats.org/officeDocument/2006/relationships/font" Target="fonts/HankenGroteskSemiBold-bold.fntdata"/><Relationship Id="rId10" Type="http://schemas.openxmlformats.org/officeDocument/2006/relationships/slide" Target="slides/slide4.xml"/><Relationship Id="rId32" Type="http://schemas.openxmlformats.org/officeDocument/2006/relationships/font" Target="fonts/HankenGroteskSemiBold-regular.fntdata"/><Relationship Id="rId13" Type="http://schemas.openxmlformats.org/officeDocument/2006/relationships/slide" Target="slides/slide7.xml"/><Relationship Id="rId35" Type="http://schemas.openxmlformats.org/officeDocument/2006/relationships/font" Target="fonts/HankenGroteskSemiBold-boldItalic.fntdata"/><Relationship Id="rId12" Type="http://schemas.openxmlformats.org/officeDocument/2006/relationships/slide" Target="slides/slide6.xml"/><Relationship Id="rId34" Type="http://schemas.openxmlformats.org/officeDocument/2006/relationships/font" Target="fonts/HankenGroteskSemiBold-italic.fntdata"/><Relationship Id="rId15" Type="http://schemas.openxmlformats.org/officeDocument/2006/relationships/slide" Target="slides/slide9.xml"/><Relationship Id="rId37" Type="http://schemas.openxmlformats.org/officeDocument/2006/relationships/font" Target="fonts/Neuton-bold.fntdata"/><Relationship Id="rId14" Type="http://schemas.openxmlformats.org/officeDocument/2006/relationships/slide" Target="slides/slide8.xml"/><Relationship Id="rId36" Type="http://schemas.openxmlformats.org/officeDocument/2006/relationships/font" Target="fonts/Neuton-regular.fntdata"/><Relationship Id="rId17" Type="http://schemas.openxmlformats.org/officeDocument/2006/relationships/slide" Target="slides/slide11.xml"/><Relationship Id="rId39" Type="http://schemas.openxmlformats.org/officeDocument/2006/relationships/font" Target="fonts/HankenGroteskLight-regular.fntdata"/><Relationship Id="rId16" Type="http://schemas.openxmlformats.org/officeDocument/2006/relationships/slide" Target="slides/slide10.xml"/><Relationship Id="rId38" Type="http://schemas.openxmlformats.org/officeDocument/2006/relationships/font" Target="fonts/Neuton-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e7541bf0db_0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e7541bf0db_0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e7541bf0db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e7541bf0db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e7541bf0db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e7541bf0db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e7541bf0db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e7541bf0db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e7541bf0db_0_1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3e7541bf0db_0_1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e7541bf0db_0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e7541bf0db_0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e7541bf0db_0_1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3e7541bf0db_0_1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e7541bf0db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e7541bf0db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e7541bf0db_0_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3e7541bf0db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e7541bf0db_0_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e7541bf0db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e7541bf0db_0_1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e7541bf0db_0_1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e7541bf0db_0_1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3e7541bf0db_0_1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e86b7554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3e86b7554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e7541bf0db_0_1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3e7541bf0db_0_1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Background">
  <p:cSld name="CUSTOM">
    <p:bg>
      <p:bgPr>
        <a:solidFill>
          <a:schemeClr val="dk2"/>
        </a:solidFill>
      </p:bgPr>
    </p:bg>
    <p:spTree>
      <p:nvGrpSpPr>
        <p:cNvPr id="54" name="Shape 54"/>
        <p:cNvGrpSpPr/>
        <p:nvPr/>
      </p:nvGrpSpPr>
      <p:grpSpPr>
        <a:xfrm>
          <a:off x="0" y="0"/>
          <a:ext cx="0" cy="0"/>
          <a:chOff x="0" y="0"/>
          <a:chExt cx="0" cy="0"/>
        </a:xfrm>
      </p:grpSpPr>
      <p:sp>
        <p:nvSpPr>
          <p:cNvPr id="55" name="Google Shape;55;p14"/>
          <p:cNvSpPr/>
          <p:nvPr/>
        </p:nvSpPr>
        <p:spPr>
          <a:xfrm>
            <a:off x="-2450" y="486600"/>
            <a:ext cx="9144000" cy="46569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cxnSp>
        <p:nvCxnSpPr>
          <p:cNvPr id="56" name="Google Shape;56;p14"/>
          <p:cNvCxnSpPr/>
          <p:nvPr/>
        </p:nvCxnSpPr>
        <p:spPr>
          <a:xfrm rot="10800000">
            <a:off x="593700" y="3671900"/>
            <a:ext cx="7948200" cy="0"/>
          </a:xfrm>
          <a:prstGeom prst="straightConnector1">
            <a:avLst/>
          </a:prstGeom>
          <a:noFill/>
          <a:ln cap="flat" cmpd="sng" w="9525">
            <a:solidFill>
              <a:schemeClr val="dk1"/>
            </a:solidFill>
            <a:prstDash val="solid"/>
            <a:round/>
            <a:headEnd len="sm" w="sm" type="none"/>
            <a:tailEnd len="sm" w="sm" type="none"/>
          </a:ln>
        </p:spPr>
      </p:cxnSp>
      <p:sp>
        <p:nvSpPr>
          <p:cNvPr id="57" name="Google Shape;57;p14"/>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58" name="Google Shape;58;p14"/>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SzPts val="1000"/>
              <a:buFont typeface="Hanken Grotesk"/>
              <a:buChar char="●"/>
              <a:defRPr/>
            </a:lvl1pPr>
            <a:lvl2pPr indent="-292100" lvl="1" marL="914400">
              <a:spcBef>
                <a:spcPts val="0"/>
              </a:spcBef>
              <a:spcAft>
                <a:spcPts val="0"/>
              </a:spcAft>
              <a:buSzPts val="1000"/>
              <a:buFont typeface="Hanken Grotesk"/>
              <a:buChar char="○"/>
              <a:defRPr/>
            </a:lvl2pPr>
            <a:lvl3pPr indent="-292100" lvl="2" marL="1371600">
              <a:spcBef>
                <a:spcPts val="0"/>
              </a:spcBef>
              <a:spcAft>
                <a:spcPts val="0"/>
              </a:spcAft>
              <a:buSzPts val="1000"/>
              <a:buFont typeface="Hanken Grotesk"/>
              <a:buChar char="■"/>
              <a:defRPr/>
            </a:lvl3pPr>
            <a:lvl4pPr indent="-292100" lvl="3" marL="1828800">
              <a:spcBef>
                <a:spcPts val="0"/>
              </a:spcBef>
              <a:spcAft>
                <a:spcPts val="0"/>
              </a:spcAft>
              <a:buSzPts val="1000"/>
              <a:buFont typeface="Hanken Grotesk"/>
              <a:buChar char="●"/>
              <a:defRPr/>
            </a:lvl4pPr>
            <a:lvl5pPr indent="-292100" lvl="4" marL="2286000">
              <a:spcBef>
                <a:spcPts val="0"/>
              </a:spcBef>
              <a:spcAft>
                <a:spcPts val="0"/>
              </a:spcAft>
              <a:buSzPts val="1000"/>
              <a:buFont typeface="Hanken Grotesk"/>
              <a:buChar char="○"/>
              <a:defRPr/>
            </a:lvl5pPr>
            <a:lvl6pPr indent="-292100" lvl="5" marL="2743200">
              <a:spcBef>
                <a:spcPts val="0"/>
              </a:spcBef>
              <a:spcAft>
                <a:spcPts val="0"/>
              </a:spcAft>
              <a:buSzPts val="1000"/>
              <a:buFont typeface="Hanken Grotesk"/>
              <a:buChar char="■"/>
              <a:defRPr/>
            </a:lvl6pPr>
            <a:lvl7pPr indent="-292100" lvl="6" marL="3200400">
              <a:spcBef>
                <a:spcPts val="0"/>
              </a:spcBef>
              <a:spcAft>
                <a:spcPts val="0"/>
              </a:spcAft>
              <a:buSzPts val="1000"/>
              <a:buFont typeface="Hanken Grotesk"/>
              <a:buChar char="●"/>
              <a:defRPr/>
            </a:lvl7pPr>
            <a:lvl8pPr indent="-292100" lvl="7" marL="3657600">
              <a:spcBef>
                <a:spcPts val="0"/>
              </a:spcBef>
              <a:spcAft>
                <a:spcPts val="0"/>
              </a:spcAft>
              <a:buSzPts val="1000"/>
              <a:buFont typeface="Hanken Grotesk"/>
              <a:buChar char="○"/>
              <a:defRPr/>
            </a:lvl8pPr>
            <a:lvl9pPr indent="-292100" lvl="8" marL="4114800">
              <a:spcBef>
                <a:spcPts val="0"/>
              </a:spcBef>
              <a:spcAft>
                <a:spcPts val="0"/>
              </a:spcAft>
              <a:buSzPts val="1000"/>
              <a:buFont typeface="Hanken Grotesk"/>
              <a:buChar char="■"/>
              <a:defRPr/>
            </a:lvl9pPr>
          </a:lstStyle>
          <a:p/>
        </p:txBody>
      </p:sp>
      <p:sp>
        <p:nvSpPr>
          <p:cNvPr id="59" name="Google Shape;59;p14"/>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14"/>
          <p:cNvSpPr txBox="1"/>
          <p:nvPr>
            <p:ph idx="3" type="subTitle"/>
          </p:nvPr>
        </p:nvSpPr>
        <p:spPr>
          <a:xfrm>
            <a:off x="5539488" y="4387200"/>
            <a:ext cx="1501200" cy="183600"/>
          </a:xfrm>
          <a:prstGeom prst="rect">
            <a:avLst/>
          </a:prstGeom>
        </p:spPr>
        <p:txBody>
          <a:bodyPr anchorCtr="0" anchor="ctr" bIns="0" lIns="0" spcFirstLastPara="1" rIns="0" wrap="square" tIns="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61" name="Google Shape;61;p14"/>
          <p:cNvSpPr txBox="1"/>
          <p:nvPr>
            <p:ph idx="4" type="subTitle"/>
          </p:nvPr>
        </p:nvSpPr>
        <p:spPr>
          <a:xfrm>
            <a:off x="7040700" y="4387200"/>
            <a:ext cx="1501200" cy="183600"/>
          </a:xfrm>
          <a:prstGeom prst="rect">
            <a:avLst/>
          </a:prstGeom>
        </p:spPr>
        <p:txBody>
          <a:bodyPr anchorCtr="0" anchor="ctr" bIns="0" lIns="0" spcFirstLastPara="1" rIns="0" wrap="square" tIns="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CUSTOM_7_1_1_1_1_1_1_1_1_1_1_1_1_1_1_1_1_1">
    <p:spTree>
      <p:nvGrpSpPr>
        <p:cNvPr id="62" name="Shape 62"/>
        <p:cNvGrpSpPr/>
        <p:nvPr/>
      </p:nvGrpSpPr>
      <p:grpSpPr>
        <a:xfrm>
          <a:off x="0" y="0"/>
          <a:ext cx="0" cy="0"/>
          <a:chOff x="0" y="0"/>
          <a:chExt cx="0" cy="0"/>
        </a:xfrm>
      </p:grpSpPr>
      <p:sp>
        <p:nvSpPr>
          <p:cNvPr id="63" name="Google Shape;63;p15"/>
          <p:cNvSpPr txBox="1"/>
          <p:nvPr>
            <p:ph idx="1" type="subTitle"/>
          </p:nvPr>
        </p:nvSpPr>
        <p:spPr>
          <a:xfrm>
            <a:off x="4322100" y="470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64" name="Google Shape;64;p15"/>
          <p:cNvSpPr txBox="1"/>
          <p:nvPr>
            <p:ph idx="2" type="subTitle"/>
          </p:nvPr>
        </p:nvSpPr>
        <p:spPr>
          <a:xfrm>
            <a:off x="4322100" y="538525"/>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65" name="Google Shape;65;p15"/>
          <p:cNvSpPr txBox="1"/>
          <p:nvPr>
            <p:ph idx="3" type="subTitle"/>
          </p:nvPr>
        </p:nvSpPr>
        <p:spPr>
          <a:xfrm>
            <a:off x="4322100" y="10613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66" name="Google Shape;66;p15"/>
          <p:cNvSpPr txBox="1"/>
          <p:nvPr>
            <p:ph idx="4" type="subTitle"/>
          </p:nvPr>
        </p:nvSpPr>
        <p:spPr>
          <a:xfrm>
            <a:off x="4322100" y="15602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67" name="Google Shape;67;p15"/>
          <p:cNvSpPr txBox="1"/>
          <p:nvPr>
            <p:ph idx="5" type="subTitle"/>
          </p:nvPr>
        </p:nvSpPr>
        <p:spPr>
          <a:xfrm>
            <a:off x="4322100" y="209436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68" name="Google Shape;68;p15"/>
          <p:cNvSpPr txBox="1"/>
          <p:nvPr>
            <p:ph idx="6" type="subTitle"/>
          </p:nvPr>
        </p:nvSpPr>
        <p:spPr>
          <a:xfrm>
            <a:off x="4322100" y="26053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69" name="Google Shape;69;p15"/>
          <p:cNvSpPr txBox="1"/>
          <p:nvPr>
            <p:ph idx="7" type="subTitle"/>
          </p:nvPr>
        </p:nvSpPr>
        <p:spPr>
          <a:xfrm>
            <a:off x="4322100" y="31201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70" name="Google Shape;70;p15"/>
          <p:cNvSpPr txBox="1"/>
          <p:nvPr>
            <p:ph idx="8" type="subTitle"/>
          </p:nvPr>
        </p:nvSpPr>
        <p:spPr>
          <a:xfrm>
            <a:off x="4322100" y="3634825"/>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71" name="Google Shape;71;p15"/>
          <p:cNvSpPr txBox="1"/>
          <p:nvPr>
            <p:ph idx="9" type="subTitle"/>
          </p:nvPr>
        </p:nvSpPr>
        <p:spPr>
          <a:xfrm>
            <a:off x="4322100" y="4152488"/>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72" name="Google Shape;72;p15"/>
          <p:cNvSpPr txBox="1"/>
          <p:nvPr>
            <p:ph idx="13" type="subTitle"/>
          </p:nvPr>
        </p:nvSpPr>
        <p:spPr>
          <a:xfrm>
            <a:off x="4322100" y="46672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73" name="Google Shape;73;p15"/>
          <p:cNvSpPr txBox="1"/>
          <p:nvPr>
            <p:ph idx="14" type="subTitle"/>
          </p:nvPr>
        </p:nvSpPr>
        <p:spPr>
          <a:xfrm>
            <a:off x="8440475" y="353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74" name="Google Shape;74;p15"/>
          <p:cNvSpPr txBox="1"/>
          <p:nvPr>
            <p:ph idx="15" type="subTitle"/>
          </p:nvPr>
        </p:nvSpPr>
        <p:spPr>
          <a:xfrm>
            <a:off x="8440475" y="526825"/>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75" name="Google Shape;75;p15"/>
          <p:cNvSpPr txBox="1"/>
          <p:nvPr>
            <p:ph idx="16" type="subTitle"/>
          </p:nvPr>
        </p:nvSpPr>
        <p:spPr>
          <a:xfrm>
            <a:off x="8440475" y="10496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76" name="Google Shape;76;p15"/>
          <p:cNvSpPr txBox="1"/>
          <p:nvPr>
            <p:ph idx="17" type="subTitle"/>
          </p:nvPr>
        </p:nvSpPr>
        <p:spPr>
          <a:xfrm>
            <a:off x="8440475" y="15485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77" name="Google Shape;77;p15"/>
          <p:cNvSpPr txBox="1"/>
          <p:nvPr>
            <p:ph idx="18" type="subTitle"/>
          </p:nvPr>
        </p:nvSpPr>
        <p:spPr>
          <a:xfrm>
            <a:off x="8440475" y="208266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78" name="Google Shape;78;p15"/>
          <p:cNvSpPr txBox="1"/>
          <p:nvPr>
            <p:ph idx="19" type="subTitle"/>
          </p:nvPr>
        </p:nvSpPr>
        <p:spPr>
          <a:xfrm>
            <a:off x="8440475" y="25936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79" name="Google Shape;79;p15"/>
          <p:cNvSpPr txBox="1"/>
          <p:nvPr>
            <p:ph idx="20" type="subTitle"/>
          </p:nvPr>
        </p:nvSpPr>
        <p:spPr>
          <a:xfrm>
            <a:off x="8440475" y="31084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80" name="Google Shape;80;p15"/>
          <p:cNvSpPr txBox="1"/>
          <p:nvPr>
            <p:ph idx="21" type="subTitle"/>
          </p:nvPr>
        </p:nvSpPr>
        <p:spPr>
          <a:xfrm>
            <a:off x="8440475" y="3623125"/>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81" name="Google Shape;81;p15"/>
          <p:cNvSpPr txBox="1"/>
          <p:nvPr>
            <p:ph idx="22" type="subTitle"/>
          </p:nvPr>
        </p:nvSpPr>
        <p:spPr>
          <a:xfrm>
            <a:off x="8440475" y="4140788"/>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82" name="Google Shape;82;p15"/>
          <p:cNvSpPr txBox="1"/>
          <p:nvPr>
            <p:ph idx="23" type="subTitle"/>
          </p:nvPr>
        </p:nvSpPr>
        <p:spPr>
          <a:xfrm>
            <a:off x="8440475" y="46555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83" name="Google Shape;83;p15"/>
          <p:cNvSpPr txBox="1"/>
          <p:nvPr>
            <p:ph type="title"/>
          </p:nvPr>
        </p:nvSpPr>
        <p:spPr>
          <a:xfrm>
            <a:off x="594025" y="184702"/>
            <a:ext cx="3696300" cy="153900"/>
          </a:xfrm>
          <a:prstGeom prst="rect">
            <a:avLst/>
          </a:prstGeom>
        </p:spPr>
        <p:txBody>
          <a:bodyPr anchorCtr="0" anchor="ctr" bIns="0" lIns="0" spcFirstLastPara="1" rIns="0" wrap="square" tIns="0">
            <a:normAutofit/>
          </a:bodyPr>
          <a:lstStyle>
            <a:lvl1pPr lvl="0">
              <a:spcBef>
                <a:spcPts val="0"/>
              </a:spcBef>
              <a:spcAft>
                <a:spcPts val="0"/>
              </a:spcAft>
              <a:buSzPts val="1000"/>
              <a:buFont typeface="Hanken Grotesk"/>
              <a:buNone/>
              <a:defRPr b="1" sz="1000">
                <a:latin typeface="Hanken Grotesk"/>
                <a:ea typeface="Hanken Grotesk"/>
                <a:cs typeface="Hanken Grotesk"/>
                <a:sym typeface="Hanken Grotesk"/>
              </a:defRPr>
            </a:lvl1pPr>
            <a:lvl2pPr lvl="1">
              <a:spcBef>
                <a:spcPts val="0"/>
              </a:spcBef>
              <a:spcAft>
                <a:spcPts val="0"/>
              </a:spcAft>
              <a:buSzPts val="1000"/>
              <a:buFont typeface="Hanken Grotesk"/>
              <a:buNone/>
              <a:defRPr b="1" sz="1000">
                <a:latin typeface="Hanken Grotesk"/>
                <a:ea typeface="Hanken Grotesk"/>
                <a:cs typeface="Hanken Grotesk"/>
                <a:sym typeface="Hanken Grotesk"/>
              </a:defRPr>
            </a:lvl2pPr>
            <a:lvl3pPr lvl="2">
              <a:spcBef>
                <a:spcPts val="0"/>
              </a:spcBef>
              <a:spcAft>
                <a:spcPts val="0"/>
              </a:spcAft>
              <a:buSzPts val="1000"/>
              <a:buFont typeface="Hanken Grotesk"/>
              <a:buNone/>
              <a:defRPr b="1" sz="1000">
                <a:latin typeface="Hanken Grotesk"/>
                <a:ea typeface="Hanken Grotesk"/>
                <a:cs typeface="Hanken Grotesk"/>
                <a:sym typeface="Hanken Grotesk"/>
              </a:defRPr>
            </a:lvl3pPr>
            <a:lvl4pPr lvl="3">
              <a:spcBef>
                <a:spcPts val="0"/>
              </a:spcBef>
              <a:spcAft>
                <a:spcPts val="0"/>
              </a:spcAft>
              <a:buSzPts val="1000"/>
              <a:buFont typeface="Hanken Grotesk"/>
              <a:buNone/>
              <a:defRPr b="1" sz="1000">
                <a:latin typeface="Hanken Grotesk"/>
                <a:ea typeface="Hanken Grotesk"/>
                <a:cs typeface="Hanken Grotesk"/>
                <a:sym typeface="Hanken Grotesk"/>
              </a:defRPr>
            </a:lvl4pPr>
            <a:lvl5pPr lvl="4">
              <a:spcBef>
                <a:spcPts val="0"/>
              </a:spcBef>
              <a:spcAft>
                <a:spcPts val="0"/>
              </a:spcAft>
              <a:buSzPts val="1000"/>
              <a:buFont typeface="Hanken Grotesk"/>
              <a:buNone/>
              <a:defRPr b="1" sz="1000">
                <a:latin typeface="Hanken Grotesk"/>
                <a:ea typeface="Hanken Grotesk"/>
                <a:cs typeface="Hanken Grotesk"/>
                <a:sym typeface="Hanken Grotesk"/>
              </a:defRPr>
            </a:lvl5pPr>
            <a:lvl6pPr lvl="5">
              <a:spcBef>
                <a:spcPts val="0"/>
              </a:spcBef>
              <a:spcAft>
                <a:spcPts val="0"/>
              </a:spcAft>
              <a:buSzPts val="1000"/>
              <a:buFont typeface="Hanken Grotesk"/>
              <a:buNone/>
              <a:defRPr b="1" sz="1000">
                <a:latin typeface="Hanken Grotesk"/>
                <a:ea typeface="Hanken Grotesk"/>
                <a:cs typeface="Hanken Grotesk"/>
                <a:sym typeface="Hanken Grotesk"/>
              </a:defRPr>
            </a:lvl6pPr>
            <a:lvl7pPr lvl="6">
              <a:spcBef>
                <a:spcPts val="0"/>
              </a:spcBef>
              <a:spcAft>
                <a:spcPts val="0"/>
              </a:spcAft>
              <a:buSzPts val="1000"/>
              <a:buFont typeface="Hanken Grotesk"/>
              <a:buNone/>
              <a:defRPr b="1" sz="1000">
                <a:latin typeface="Hanken Grotesk"/>
                <a:ea typeface="Hanken Grotesk"/>
                <a:cs typeface="Hanken Grotesk"/>
                <a:sym typeface="Hanken Grotesk"/>
              </a:defRPr>
            </a:lvl7pPr>
            <a:lvl8pPr lvl="7">
              <a:spcBef>
                <a:spcPts val="0"/>
              </a:spcBef>
              <a:spcAft>
                <a:spcPts val="0"/>
              </a:spcAft>
              <a:buSzPts val="1000"/>
              <a:buFont typeface="Hanken Grotesk"/>
              <a:buNone/>
              <a:defRPr b="1" sz="1000">
                <a:latin typeface="Hanken Grotesk"/>
                <a:ea typeface="Hanken Grotesk"/>
                <a:cs typeface="Hanken Grotesk"/>
                <a:sym typeface="Hanken Grotesk"/>
              </a:defRPr>
            </a:lvl8pPr>
            <a:lvl9pPr lvl="8">
              <a:spcBef>
                <a:spcPts val="0"/>
              </a:spcBef>
              <a:spcAft>
                <a:spcPts val="0"/>
              </a:spcAft>
              <a:buSzPts val="1000"/>
              <a:buFont typeface="Hanken Grotesk"/>
              <a:buNone/>
              <a:defRPr b="1" sz="1000">
                <a:latin typeface="Hanken Grotesk"/>
                <a:ea typeface="Hanken Grotesk"/>
                <a:cs typeface="Hanken Grotesk"/>
                <a:sym typeface="Hanken Grotesk"/>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Folder Orange">
  <p:cSld name="CUSTOM_1">
    <p:spTree>
      <p:nvGrpSpPr>
        <p:cNvPr id="84" name="Shape 84"/>
        <p:cNvGrpSpPr/>
        <p:nvPr/>
      </p:nvGrpSpPr>
      <p:grpSpPr>
        <a:xfrm>
          <a:off x="0" y="0"/>
          <a:ext cx="0" cy="0"/>
          <a:chOff x="0" y="0"/>
          <a:chExt cx="0" cy="0"/>
        </a:xfrm>
      </p:grpSpPr>
      <p:sp>
        <p:nvSpPr>
          <p:cNvPr id="85" name="Google Shape;85;p16"/>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86" name="Google Shape;86;p16"/>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87" name="Google Shape;87;p16"/>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88" name="Google Shape;88;p16"/>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89" name="Google Shape;89;p16"/>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90" name="Google Shape;90;p16"/>
          <p:cNvSpPr txBox="1"/>
          <p:nvPr>
            <p:ph type="title"/>
          </p:nvPr>
        </p:nvSpPr>
        <p:spPr>
          <a:xfrm>
            <a:off x="1399000" y="2328176"/>
            <a:ext cx="6881700" cy="7815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91" name="Google Shape;91;p16"/>
          <p:cNvSpPr txBox="1"/>
          <p:nvPr>
            <p:ph idx="5" type="title"/>
          </p:nvPr>
        </p:nvSpPr>
        <p:spPr>
          <a:xfrm>
            <a:off x="1399000" y="3779000"/>
            <a:ext cx="6881700" cy="7740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92" name="Google Shape;92;p16"/>
          <p:cNvSpPr txBox="1"/>
          <p:nvPr>
            <p:ph idx="6" type="title"/>
          </p:nvPr>
        </p:nvSpPr>
        <p:spPr>
          <a:xfrm>
            <a:off x="1399000" y="858998"/>
            <a:ext cx="6881700" cy="7815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93" name="Google Shape;93;p16"/>
          <p:cNvSpPr/>
          <p:nvPr/>
        </p:nvSpPr>
        <p:spPr>
          <a:xfrm>
            <a:off x="1399001" y="4559050"/>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94" name="Google Shape;94;p16"/>
          <p:cNvSpPr/>
          <p:nvPr/>
        </p:nvSpPr>
        <p:spPr>
          <a:xfrm>
            <a:off x="1399026" y="31061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95" name="Google Shape;95;p16"/>
          <p:cNvSpPr/>
          <p:nvPr/>
        </p:nvSpPr>
        <p:spPr>
          <a:xfrm>
            <a:off x="1399001" y="16403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96" name="Google Shape;96;p16"/>
          <p:cNvSpPr txBox="1"/>
          <p:nvPr>
            <p:ph idx="7" type="title"/>
          </p:nvPr>
        </p:nvSpPr>
        <p:spPr>
          <a:xfrm>
            <a:off x="1552450" y="3144818"/>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97" name="Google Shape;97;p16"/>
          <p:cNvSpPr txBox="1"/>
          <p:nvPr>
            <p:ph idx="8" type="title"/>
          </p:nvPr>
        </p:nvSpPr>
        <p:spPr>
          <a:xfrm>
            <a:off x="1552450" y="4601474"/>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98" name="Google Shape;98;p16"/>
          <p:cNvSpPr txBox="1"/>
          <p:nvPr>
            <p:ph idx="9" type="title"/>
          </p:nvPr>
        </p:nvSpPr>
        <p:spPr>
          <a:xfrm>
            <a:off x="1552450" y="1678277"/>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99" name="Google Shape;99;p16"/>
          <p:cNvSpPr/>
          <p:nvPr>
            <p:ph idx="13" type="pic"/>
          </p:nvPr>
        </p:nvSpPr>
        <p:spPr>
          <a:xfrm>
            <a:off x="325850" y="928525"/>
            <a:ext cx="930900" cy="930900"/>
          </a:xfrm>
          <a:prstGeom prst="roundRect">
            <a:avLst>
              <a:gd fmla="val 12343" name="adj"/>
            </a:avLst>
          </a:prstGeom>
          <a:solidFill>
            <a:schemeClr val="lt1"/>
          </a:solidFill>
          <a:ln>
            <a:noFill/>
          </a:ln>
        </p:spPr>
      </p:sp>
      <p:sp>
        <p:nvSpPr>
          <p:cNvPr id="100" name="Google Shape;100;p16"/>
          <p:cNvSpPr/>
          <p:nvPr>
            <p:ph idx="14" type="pic"/>
          </p:nvPr>
        </p:nvSpPr>
        <p:spPr>
          <a:xfrm>
            <a:off x="325850" y="2396325"/>
            <a:ext cx="930900" cy="930900"/>
          </a:xfrm>
          <a:prstGeom prst="roundRect">
            <a:avLst>
              <a:gd fmla="val 12343" name="adj"/>
            </a:avLst>
          </a:prstGeom>
          <a:solidFill>
            <a:schemeClr val="lt1"/>
          </a:solidFill>
          <a:ln>
            <a:noFill/>
          </a:ln>
        </p:spPr>
      </p:sp>
      <p:sp>
        <p:nvSpPr>
          <p:cNvPr id="101" name="Google Shape;101;p16"/>
          <p:cNvSpPr/>
          <p:nvPr>
            <p:ph idx="15" type="pic"/>
          </p:nvPr>
        </p:nvSpPr>
        <p:spPr>
          <a:xfrm>
            <a:off x="325850" y="3849175"/>
            <a:ext cx="930900" cy="930900"/>
          </a:xfrm>
          <a:prstGeom prst="roundRect">
            <a:avLst>
              <a:gd fmla="val 12343" name="adj"/>
            </a:avLst>
          </a:prstGeom>
          <a:solidFill>
            <a:schemeClr val="lt1"/>
          </a:solidFill>
          <a:ln>
            <a:noFill/>
          </a:ln>
        </p:spPr>
      </p:sp>
      <p:sp>
        <p:nvSpPr>
          <p:cNvPr id="102" name="Google Shape;102;p16"/>
          <p:cNvSpPr txBox="1"/>
          <p:nvPr>
            <p:ph idx="16" type="body"/>
          </p:nvPr>
        </p:nvSpPr>
        <p:spPr>
          <a:xfrm>
            <a:off x="3060150" y="1598250"/>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3" name="Google Shape;103;p16"/>
          <p:cNvSpPr txBox="1"/>
          <p:nvPr>
            <p:ph idx="17" type="body"/>
          </p:nvPr>
        </p:nvSpPr>
        <p:spPr>
          <a:xfrm>
            <a:off x="3060150" y="3108200"/>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4" name="Google Shape;104;p16"/>
          <p:cNvSpPr txBox="1"/>
          <p:nvPr>
            <p:ph idx="18" type="body"/>
          </p:nvPr>
        </p:nvSpPr>
        <p:spPr>
          <a:xfrm>
            <a:off x="3060150" y="4553025"/>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Folder Orange 2">
  <p:cSld name="CUSTOM_1_2">
    <p:spTree>
      <p:nvGrpSpPr>
        <p:cNvPr id="105" name="Shape 105"/>
        <p:cNvGrpSpPr/>
        <p:nvPr/>
      </p:nvGrpSpPr>
      <p:grpSpPr>
        <a:xfrm>
          <a:off x="0" y="0"/>
          <a:ext cx="0" cy="0"/>
          <a:chOff x="0" y="0"/>
          <a:chExt cx="0" cy="0"/>
        </a:xfrm>
      </p:grpSpPr>
      <p:sp>
        <p:nvSpPr>
          <p:cNvPr id="106" name="Google Shape;106;p17"/>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107" name="Google Shape;107;p17"/>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108" name="Google Shape;108;p17"/>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109" name="Google Shape;109;p17"/>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110" name="Google Shape;110;p17"/>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111" name="Google Shape;111;p17"/>
          <p:cNvSpPr txBox="1"/>
          <p:nvPr>
            <p:ph type="title"/>
          </p:nvPr>
        </p:nvSpPr>
        <p:spPr>
          <a:xfrm>
            <a:off x="596525" y="753331"/>
            <a:ext cx="7062000" cy="8550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 name="Google Shape;112;p17"/>
          <p:cNvSpPr txBox="1"/>
          <p:nvPr>
            <p:ph idx="5" type="title"/>
          </p:nvPr>
        </p:nvSpPr>
        <p:spPr>
          <a:xfrm>
            <a:off x="1279000" y="2812875"/>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3" name="Google Shape;113;p17"/>
          <p:cNvSpPr txBox="1"/>
          <p:nvPr>
            <p:ph idx="6" type="title"/>
          </p:nvPr>
        </p:nvSpPr>
        <p:spPr>
          <a:xfrm>
            <a:off x="1279000" y="3854630"/>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4" name="Google Shape;114;p17"/>
          <p:cNvSpPr txBox="1"/>
          <p:nvPr>
            <p:ph idx="7" type="title"/>
          </p:nvPr>
        </p:nvSpPr>
        <p:spPr>
          <a:xfrm>
            <a:off x="4917850" y="1749478"/>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5" name="Google Shape;115;p17"/>
          <p:cNvSpPr txBox="1"/>
          <p:nvPr>
            <p:ph idx="8" type="title"/>
          </p:nvPr>
        </p:nvSpPr>
        <p:spPr>
          <a:xfrm>
            <a:off x="4917850" y="3854630"/>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6" name="Google Shape;116;p17"/>
          <p:cNvSpPr txBox="1"/>
          <p:nvPr>
            <p:ph idx="9" type="title"/>
          </p:nvPr>
        </p:nvSpPr>
        <p:spPr>
          <a:xfrm>
            <a:off x="4925175" y="2812875"/>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7" name="Google Shape;117;p17"/>
          <p:cNvSpPr/>
          <p:nvPr>
            <p:ph idx="13" type="pic"/>
          </p:nvPr>
        </p:nvSpPr>
        <p:spPr>
          <a:xfrm>
            <a:off x="4021150" y="1690575"/>
            <a:ext cx="735600" cy="735600"/>
          </a:xfrm>
          <a:prstGeom prst="ellipse">
            <a:avLst/>
          </a:prstGeom>
          <a:noFill/>
          <a:ln>
            <a:noFill/>
          </a:ln>
        </p:spPr>
      </p:sp>
      <p:sp>
        <p:nvSpPr>
          <p:cNvPr id="118" name="Google Shape;118;p17"/>
          <p:cNvSpPr/>
          <p:nvPr>
            <p:ph idx="14" type="pic"/>
          </p:nvPr>
        </p:nvSpPr>
        <p:spPr>
          <a:xfrm>
            <a:off x="4021150" y="2738375"/>
            <a:ext cx="735600" cy="735600"/>
          </a:xfrm>
          <a:prstGeom prst="ellipse">
            <a:avLst/>
          </a:prstGeom>
          <a:noFill/>
          <a:ln>
            <a:noFill/>
          </a:ln>
        </p:spPr>
      </p:sp>
      <p:sp>
        <p:nvSpPr>
          <p:cNvPr id="119" name="Google Shape;119;p17"/>
          <p:cNvSpPr/>
          <p:nvPr>
            <p:ph idx="15" type="pic"/>
          </p:nvPr>
        </p:nvSpPr>
        <p:spPr>
          <a:xfrm>
            <a:off x="4021150" y="3789600"/>
            <a:ext cx="735600" cy="735600"/>
          </a:xfrm>
          <a:prstGeom prst="ellipse">
            <a:avLst/>
          </a:prstGeom>
          <a:noFill/>
          <a:ln>
            <a:noFill/>
          </a:ln>
        </p:spPr>
      </p:sp>
      <p:sp>
        <p:nvSpPr>
          <p:cNvPr id="120" name="Google Shape;120;p17"/>
          <p:cNvSpPr/>
          <p:nvPr>
            <p:ph idx="16" type="pic"/>
          </p:nvPr>
        </p:nvSpPr>
        <p:spPr>
          <a:xfrm>
            <a:off x="377300" y="1690575"/>
            <a:ext cx="735600" cy="735600"/>
          </a:xfrm>
          <a:prstGeom prst="ellipse">
            <a:avLst/>
          </a:prstGeom>
          <a:noFill/>
          <a:ln>
            <a:noFill/>
          </a:ln>
        </p:spPr>
      </p:sp>
      <p:sp>
        <p:nvSpPr>
          <p:cNvPr id="121" name="Google Shape;121;p17"/>
          <p:cNvSpPr/>
          <p:nvPr>
            <p:ph idx="17" type="pic"/>
          </p:nvPr>
        </p:nvSpPr>
        <p:spPr>
          <a:xfrm>
            <a:off x="377300" y="2738375"/>
            <a:ext cx="735600" cy="735600"/>
          </a:xfrm>
          <a:prstGeom prst="ellipse">
            <a:avLst/>
          </a:prstGeom>
          <a:noFill/>
          <a:ln>
            <a:noFill/>
          </a:ln>
        </p:spPr>
      </p:sp>
      <p:sp>
        <p:nvSpPr>
          <p:cNvPr id="122" name="Google Shape;122;p17"/>
          <p:cNvSpPr/>
          <p:nvPr>
            <p:ph idx="18" type="pic"/>
          </p:nvPr>
        </p:nvSpPr>
        <p:spPr>
          <a:xfrm>
            <a:off x="377300" y="3789600"/>
            <a:ext cx="735600" cy="735600"/>
          </a:xfrm>
          <a:prstGeom prst="ellipse">
            <a:avLst/>
          </a:prstGeom>
          <a:noFill/>
          <a:ln>
            <a:noFill/>
          </a:ln>
        </p:spPr>
      </p:sp>
      <p:sp>
        <p:nvSpPr>
          <p:cNvPr id="123" name="Google Shape;123;p17"/>
          <p:cNvSpPr txBox="1"/>
          <p:nvPr>
            <p:ph idx="19" type="title"/>
          </p:nvPr>
        </p:nvSpPr>
        <p:spPr>
          <a:xfrm>
            <a:off x="1279000" y="1749478"/>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4" name="Google Shape;124;p17"/>
          <p:cNvSpPr txBox="1"/>
          <p:nvPr>
            <p:ph idx="20" type="body"/>
          </p:nvPr>
        </p:nvSpPr>
        <p:spPr>
          <a:xfrm>
            <a:off x="1279000" y="210055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5" name="Google Shape;125;p17"/>
          <p:cNvSpPr txBox="1"/>
          <p:nvPr>
            <p:ph idx="21" type="body"/>
          </p:nvPr>
        </p:nvSpPr>
        <p:spPr>
          <a:xfrm>
            <a:off x="1279000" y="420580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6" name="Google Shape;126;p17"/>
          <p:cNvSpPr txBox="1"/>
          <p:nvPr>
            <p:ph idx="22" type="body"/>
          </p:nvPr>
        </p:nvSpPr>
        <p:spPr>
          <a:xfrm>
            <a:off x="1279000" y="3164025"/>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7" name="Google Shape;127;p17"/>
          <p:cNvSpPr txBox="1"/>
          <p:nvPr>
            <p:ph idx="23" type="body"/>
          </p:nvPr>
        </p:nvSpPr>
        <p:spPr>
          <a:xfrm>
            <a:off x="4917850" y="210055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8" name="Google Shape;128;p17"/>
          <p:cNvSpPr txBox="1"/>
          <p:nvPr>
            <p:ph idx="24" type="body"/>
          </p:nvPr>
        </p:nvSpPr>
        <p:spPr>
          <a:xfrm>
            <a:off x="4917850" y="420580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9" name="Google Shape;129;p17"/>
          <p:cNvSpPr txBox="1"/>
          <p:nvPr>
            <p:ph idx="25" type="body"/>
          </p:nvPr>
        </p:nvSpPr>
        <p:spPr>
          <a:xfrm>
            <a:off x="4917850" y="3164025"/>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Folder">
  <p:cSld name="BLANK_1_1_1_1">
    <p:bg>
      <p:bgPr>
        <a:solidFill>
          <a:schemeClr val="dk2"/>
        </a:solidFill>
      </p:bgPr>
    </p:bg>
    <p:spTree>
      <p:nvGrpSpPr>
        <p:cNvPr id="130" name="Shape 130"/>
        <p:cNvGrpSpPr/>
        <p:nvPr/>
      </p:nvGrpSpPr>
      <p:grpSpPr>
        <a:xfrm>
          <a:off x="0" y="0"/>
          <a:ext cx="0" cy="0"/>
          <a:chOff x="0" y="0"/>
          <a:chExt cx="0" cy="0"/>
        </a:xfrm>
      </p:grpSpPr>
      <p:grpSp>
        <p:nvGrpSpPr>
          <p:cNvPr id="131" name="Google Shape;131;p18"/>
          <p:cNvGrpSpPr/>
          <p:nvPr/>
        </p:nvGrpSpPr>
        <p:grpSpPr>
          <a:xfrm>
            <a:off x="228600" y="210088"/>
            <a:ext cx="8686800" cy="4676475"/>
            <a:chOff x="228600" y="210088"/>
            <a:chExt cx="8686800" cy="4676475"/>
          </a:xfrm>
        </p:grpSpPr>
        <p:sp>
          <p:nvSpPr>
            <p:cNvPr id="132" name="Google Shape;132;p18"/>
            <p:cNvSpPr/>
            <p:nvPr/>
          </p:nvSpPr>
          <p:spPr>
            <a:xfrm>
              <a:off x="228600" y="566563"/>
              <a:ext cx="8686800" cy="4320000"/>
            </a:xfrm>
            <a:prstGeom prst="roundRect">
              <a:avLst>
                <a:gd fmla="val 540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133" name="Google Shape;133;p18"/>
            <p:cNvSpPr/>
            <p:nvPr/>
          </p:nvSpPr>
          <p:spPr>
            <a:xfrm>
              <a:off x="912237" y="2100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134" name="Google Shape;134;p18"/>
          <p:cNvSpPr txBox="1"/>
          <p:nvPr>
            <p:ph idx="1" type="subTitle"/>
          </p:nvPr>
        </p:nvSpPr>
        <p:spPr>
          <a:xfrm>
            <a:off x="1224650" y="210100"/>
            <a:ext cx="1676700" cy="3564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35" name="Google Shape;135;p18"/>
          <p:cNvSpPr txBox="1"/>
          <p:nvPr>
            <p:ph idx="2" type="body"/>
          </p:nvPr>
        </p:nvSpPr>
        <p:spPr>
          <a:xfrm>
            <a:off x="593775" y="3900525"/>
            <a:ext cx="4346700" cy="7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b="1" sz="1200"/>
            </a:lvl1pPr>
            <a:lvl2pPr indent="-304800" lvl="1" marL="914400">
              <a:spcBef>
                <a:spcPts val="0"/>
              </a:spcBef>
              <a:spcAft>
                <a:spcPts val="0"/>
              </a:spcAft>
              <a:buSzPts val="1200"/>
              <a:buChar char="○"/>
              <a:defRPr b="1" sz="1200"/>
            </a:lvl2pPr>
            <a:lvl3pPr indent="-304800" lvl="2" marL="1371600">
              <a:spcBef>
                <a:spcPts val="0"/>
              </a:spcBef>
              <a:spcAft>
                <a:spcPts val="0"/>
              </a:spcAft>
              <a:buSzPts val="1200"/>
              <a:buChar char="■"/>
              <a:defRPr b="1" sz="1200"/>
            </a:lvl3pPr>
            <a:lvl4pPr indent="-304800" lvl="3" marL="1828800">
              <a:spcBef>
                <a:spcPts val="0"/>
              </a:spcBef>
              <a:spcAft>
                <a:spcPts val="0"/>
              </a:spcAft>
              <a:buSzPts val="1200"/>
              <a:buChar char="●"/>
              <a:defRPr b="1" sz="1200"/>
            </a:lvl4pPr>
            <a:lvl5pPr indent="-304800" lvl="4" marL="2286000">
              <a:spcBef>
                <a:spcPts val="0"/>
              </a:spcBef>
              <a:spcAft>
                <a:spcPts val="0"/>
              </a:spcAft>
              <a:buSzPts val="1200"/>
              <a:buChar char="○"/>
              <a:defRPr b="1" sz="1200"/>
            </a:lvl5pPr>
            <a:lvl6pPr indent="-304800" lvl="5" marL="2743200">
              <a:spcBef>
                <a:spcPts val="0"/>
              </a:spcBef>
              <a:spcAft>
                <a:spcPts val="0"/>
              </a:spcAft>
              <a:buSzPts val="1200"/>
              <a:buChar char="■"/>
              <a:defRPr b="1" sz="1200"/>
            </a:lvl6pPr>
            <a:lvl7pPr indent="-304800" lvl="6" marL="3200400">
              <a:spcBef>
                <a:spcPts val="0"/>
              </a:spcBef>
              <a:spcAft>
                <a:spcPts val="0"/>
              </a:spcAft>
              <a:buSzPts val="1200"/>
              <a:buChar char="●"/>
              <a:defRPr b="1" sz="1200"/>
            </a:lvl7pPr>
            <a:lvl8pPr indent="-304800" lvl="7" marL="3657600">
              <a:spcBef>
                <a:spcPts val="0"/>
              </a:spcBef>
              <a:spcAft>
                <a:spcPts val="0"/>
              </a:spcAft>
              <a:buSzPts val="1200"/>
              <a:buChar char="○"/>
              <a:defRPr b="1" sz="1200"/>
            </a:lvl8pPr>
            <a:lvl9pPr indent="-304800" lvl="8" marL="4114800">
              <a:spcBef>
                <a:spcPts val="0"/>
              </a:spcBef>
              <a:spcAft>
                <a:spcPts val="0"/>
              </a:spcAft>
              <a:buSzPts val="1200"/>
              <a:buChar char="■"/>
              <a:defRPr b="1" sz="1200"/>
            </a:lvl9pPr>
          </a:lstStyle>
          <a:p/>
        </p:txBody>
      </p:sp>
      <p:sp>
        <p:nvSpPr>
          <p:cNvPr id="136" name="Google Shape;136;p18"/>
          <p:cNvSpPr txBox="1"/>
          <p:nvPr>
            <p:ph type="title"/>
          </p:nvPr>
        </p:nvSpPr>
        <p:spPr>
          <a:xfrm>
            <a:off x="593775" y="984700"/>
            <a:ext cx="7948200" cy="22164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sz="3000"/>
            </a:lvl2pPr>
            <a:lvl3pPr lvl="2">
              <a:spcBef>
                <a:spcPts val="0"/>
              </a:spcBef>
              <a:spcAft>
                <a:spcPts val="0"/>
              </a:spcAft>
              <a:buSzPts val="2800"/>
              <a:buNone/>
              <a:defRPr sz="3000"/>
            </a:lvl3pPr>
            <a:lvl4pPr lvl="3">
              <a:spcBef>
                <a:spcPts val="0"/>
              </a:spcBef>
              <a:spcAft>
                <a:spcPts val="0"/>
              </a:spcAft>
              <a:buSzPts val="2800"/>
              <a:buNone/>
              <a:defRPr sz="3000"/>
            </a:lvl4pPr>
            <a:lvl5pPr lvl="4">
              <a:spcBef>
                <a:spcPts val="0"/>
              </a:spcBef>
              <a:spcAft>
                <a:spcPts val="0"/>
              </a:spcAft>
              <a:buSzPts val="2800"/>
              <a:buNone/>
              <a:defRPr sz="3000"/>
            </a:lvl5pPr>
            <a:lvl6pPr lvl="5">
              <a:spcBef>
                <a:spcPts val="0"/>
              </a:spcBef>
              <a:spcAft>
                <a:spcPts val="0"/>
              </a:spcAft>
              <a:buSzPts val="2800"/>
              <a:buNone/>
              <a:defRPr sz="3000"/>
            </a:lvl6pPr>
            <a:lvl7pPr lvl="6">
              <a:spcBef>
                <a:spcPts val="0"/>
              </a:spcBef>
              <a:spcAft>
                <a:spcPts val="0"/>
              </a:spcAft>
              <a:buSzPts val="2800"/>
              <a:buNone/>
              <a:defRPr sz="3000"/>
            </a:lvl7pPr>
            <a:lvl8pPr lvl="7">
              <a:spcBef>
                <a:spcPts val="0"/>
              </a:spcBef>
              <a:spcAft>
                <a:spcPts val="0"/>
              </a:spcAft>
              <a:buSzPts val="2800"/>
              <a:buNone/>
              <a:defRPr sz="3000"/>
            </a:lvl8pPr>
            <a:lvl9pPr lvl="8">
              <a:spcBef>
                <a:spcPts val="0"/>
              </a:spcBef>
              <a:spcAft>
                <a:spcPts val="0"/>
              </a:spcAft>
              <a:buSzPts val="2800"/>
              <a:buNone/>
              <a:defRPr sz="3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7_1_1_1_1_1_1_1_1_1_1_1_1_1_1_1_1_2">
    <p:spTree>
      <p:nvGrpSpPr>
        <p:cNvPr id="137" name="Shape 137"/>
        <p:cNvGrpSpPr/>
        <p:nvPr/>
      </p:nvGrpSpPr>
      <p:grpSpPr>
        <a:xfrm>
          <a:off x="0" y="0"/>
          <a:ext cx="0" cy="0"/>
          <a:chOff x="0" y="0"/>
          <a:chExt cx="0" cy="0"/>
        </a:xfrm>
      </p:grpSpPr>
      <p:sp>
        <p:nvSpPr>
          <p:cNvPr id="138" name="Google Shape;138;p19"/>
          <p:cNvSpPr txBox="1"/>
          <p:nvPr>
            <p:ph type="title"/>
          </p:nvPr>
        </p:nvSpPr>
        <p:spPr>
          <a:xfrm>
            <a:off x="-2450" y="4759975"/>
            <a:ext cx="9150600" cy="383400"/>
          </a:xfrm>
          <a:prstGeom prst="rect">
            <a:avLst/>
          </a:prstGeom>
        </p:spPr>
        <p:txBody>
          <a:bodyPr anchorCtr="0" anchor="ctr" bIns="0" lIns="108000" spcFirstLastPara="1" rIns="108000" wrap="square" tIns="0">
            <a:noAutofit/>
          </a:bodyPr>
          <a:lstStyle>
            <a:lvl1pPr lvl="0">
              <a:lnSpc>
                <a:spcPct val="90000"/>
              </a:lnSpc>
              <a:spcBef>
                <a:spcPts val="0"/>
              </a:spcBef>
              <a:spcAft>
                <a:spcPts val="0"/>
              </a:spcAft>
              <a:buSzPts val="2800"/>
              <a:buFont typeface="Hanken Grotesk Light"/>
              <a:buNone/>
              <a:defRPr sz="1400">
                <a:latin typeface="Hanken Grotesk Light"/>
                <a:ea typeface="Hanken Grotesk Light"/>
                <a:cs typeface="Hanken Grotesk Light"/>
                <a:sym typeface="Hanken Grotesk Light"/>
              </a:defRPr>
            </a:lvl1pPr>
            <a:lvl2pPr lvl="1">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2pPr>
            <a:lvl3pPr lvl="2">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3pPr>
            <a:lvl4pPr lvl="3">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4pPr>
            <a:lvl5pPr lvl="4">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5pPr>
            <a:lvl6pPr lvl="5">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6pPr>
            <a:lvl7pPr lvl="6">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7pPr>
            <a:lvl8pPr lvl="7">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8pPr>
            <a:lvl9pPr lvl="8">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9pPr>
          </a:lstStyle>
          <a:p/>
        </p:txBody>
      </p:sp>
      <p:cxnSp>
        <p:nvCxnSpPr>
          <p:cNvPr id="139" name="Google Shape;139;p19"/>
          <p:cNvCxnSpPr/>
          <p:nvPr/>
        </p:nvCxnSpPr>
        <p:spPr>
          <a:xfrm rot="10800000">
            <a:off x="-2100" y="4759975"/>
            <a:ext cx="9148200" cy="0"/>
          </a:xfrm>
          <a:prstGeom prst="straightConnector1">
            <a:avLst/>
          </a:prstGeom>
          <a:noFill/>
          <a:ln cap="flat" cmpd="sng" w="9525">
            <a:solidFill>
              <a:schemeClr val="dk1"/>
            </a:solidFill>
            <a:prstDash val="solid"/>
            <a:round/>
            <a:headEnd len="sm" w="sm" type="none"/>
            <a:tailEnd len="sm" w="sm" type="none"/>
          </a:ln>
        </p:spPr>
      </p:cxnSp>
      <p:sp>
        <p:nvSpPr>
          <p:cNvPr id="140" name="Google Shape;140;p19"/>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41" name="Google Shape;141;p19"/>
          <p:cNvSpPr txBox="1"/>
          <p:nvPr>
            <p:ph idx="2" type="title"/>
          </p:nvPr>
        </p:nvSpPr>
        <p:spPr>
          <a:xfrm>
            <a:off x="850" y="1078988"/>
            <a:ext cx="9144000" cy="3598800"/>
          </a:xfrm>
          <a:prstGeom prst="rect">
            <a:avLst/>
          </a:prstGeom>
        </p:spPr>
        <p:txBody>
          <a:bodyPr anchorCtr="0" anchor="t" bIns="108000" lIns="252000" spcFirstLastPara="1" rIns="252000" wrap="square" tIns="0">
            <a:noAutofit/>
          </a:bodyPr>
          <a:lstStyle>
            <a:lvl1pPr lvl="0">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42" name="Google Shape;142;p19"/>
          <p:cNvGrpSpPr/>
          <p:nvPr/>
        </p:nvGrpSpPr>
        <p:grpSpPr>
          <a:xfrm>
            <a:off x="1724267" y="547463"/>
            <a:ext cx="658200" cy="449397"/>
            <a:chOff x="2467317" y="547413"/>
            <a:chExt cx="658200" cy="449397"/>
          </a:xfrm>
        </p:grpSpPr>
        <p:sp>
          <p:nvSpPr>
            <p:cNvPr id="143" name="Google Shape;143;p19"/>
            <p:cNvSpPr/>
            <p:nvPr/>
          </p:nvSpPr>
          <p:spPr>
            <a:xfrm rot="5400000">
              <a:off x="2593167" y="464460"/>
              <a:ext cx="406500" cy="6582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44" name="Google Shape;144;p19"/>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45" name="Google Shape;145;p19"/>
          <p:cNvGrpSpPr/>
          <p:nvPr/>
        </p:nvGrpSpPr>
        <p:grpSpPr>
          <a:xfrm>
            <a:off x="981142" y="547476"/>
            <a:ext cx="658200" cy="449397"/>
            <a:chOff x="2467317" y="547413"/>
            <a:chExt cx="658200" cy="449397"/>
          </a:xfrm>
        </p:grpSpPr>
        <p:sp>
          <p:nvSpPr>
            <p:cNvPr id="146" name="Google Shape;146;p19"/>
            <p:cNvSpPr/>
            <p:nvPr/>
          </p:nvSpPr>
          <p:spPr>
            <a:xfrm rot="5400000">
              <a:off x="2593167" y="464460"/>
              <a:ext cx="406500" cy="6582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47" name="Google Shape;147;p19"/>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48" name="Google Shape;148;p19"/>
          <p:cNvGrpSpPr/>
          <p:nvPr/>
        </p:nvGrpSpPr>
        <p:grpSpPr>
          <a:xfrm>
            <a:off x="2467317" y="547413"/>
            <a:ext cx="658200" cy="449397"/>
            <a:chOff x="2467317" y="547413"/>
            <a:chExt cx="658200" cy="449397"/>
          </a:xfrm>
        </p:grpSpPr>
        <p:sp>
          <p:nvSpPr>
            <p:cNvPr id="149" name="Google Shape;149;p19"/>
            <p:cNvSpPr/>
            <p:nvPr/>
          </p:nvSpPr>
          <p:spPr>
            <a:xfrm rot="5400000">
              <a:off x="2593167" y="464460"/>
              <a:ext cx="406500" cy="658200"/>
            </a:xfrm>
            <a:prstGeom prst="roundRect">
              <a:avLst>
                <a:gd fmla="val 59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50" name="Google Shape;150;p19"/>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51" name="Google Shape;151;p19"/>
          <p:cNvGrpSpPr/>
          <p:nvPr/>
        </p:nvGrpSpPr>
        <p:grpSpPr>
          <a:xfrm>
            <a:off x="238017" y="549426"/>
            <a:ext cx="658200" cy="449397"/>
            <a:chOff x="2467317" y="547413"/>
            <a:chExt cx="658200" cy="449397"/>
          </a:xfrm>
        </p:grpSpPr>
        <p:sp>
          <p:nvSpPr>
            <p:cNvPr id="152" name="Google Shape;152;p19"/>
            <p:cNvSpPr/>
            <p:nvPr/>
          </p:nvSpPr>
          <p:spPr>
            <a:xfrm rot="5400000">
              <a:off x="2593167" y="464460"/>
              <a:ext cx="406500" cy="6582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53" name="Google Shape;153;p19"/>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ections Grey">
  <p:cSld name="BLANK_1_1_1_1_1_1_1_1">
    <p:bg>
      <p:bgPr>
        <a:solidFill>
          <a:schemeClr val="dk2"/>
        </a:solidFill>
      </p:bgPr>
    </p:bg>
    <p:spTree>
      <p:nvGrpSpPr>
        <p:cNvPr id="154" name="Shape 154"/>
        <p:cNvGrpSpPr/>
        <p:nvPr/>
      </p:nvGrpSpPr>
      <p:grpSpPr>
        <a:xfrm>
          <a:off x="0" y="0"/>
          <a:ext cx="0" cy="0"/>
          <a:chOff x="0" y="0"/>
          <a:chExt cx="0" cy="0"/>
        </a:xfrm>
      </p:grpSpPr>
      <p:sp>
        <p:nvSpPr>
          <p:cNvPr id="155" name="Google Shape;155;p20"/>
          <p:cNvSpPr txBox="1"/>
          <p:nvPr>
            <p:ph idx="1" type="body"/>
          </p:nvPr>
        </p:nvSpPr>
        <p:spPr>
          <a:xfrm>
            <a:off x="172350" y="1093875"/>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56" name="Google Shape;156;p20"/>
          <p:cNvSpPr txBox="1"/>
          <p:nvPr>
            <p:ph idx="2" type="subTitle"/>
          </p:nvPr>
        </p:nvSpPr>
        <p:spPr>
          <a:xfrm>
            <a:off x="357425" y="2974373"/>
            <a:ext cx="2048400" cy="3906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20"/>
          <p:cNvSpPr txBox="1"/>
          <p:nvPr>
            <p:ph idx="3" type="subTitle"/>
          </p:nvPr>
        </p:nvSpPr>
        <p:spPr>
          <a:xfrm>
            <a:off x="357425" y="718250"/>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p:txBody>
      </p:sp>
      <p:sp>
        <p:nvSpPr>
          <p:cNvPr id="158" name="Google Shape;158;p20"/>
          <p:cNvSpPr txBox="1"/>
          <p:nvPr>
            <p:ph idx="4" type="body"/>
          </p:nvPr>
        </p:nvSpPr>
        <p:spPr>
          <a:xfrm>
            <a:off x="172350" y="3362406"/>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59" name="Google Shape;159;p20"/>
          <p:cNvSpPr txBox="1"/>
          <p:nvPr>
            <p:ph idx="5"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60" name="Google Shape;160;p20"/>
          <p:cNvSpPr txBox="1"/>
          <p:nvPr>
            <p:ph idx="6" type="subTitle"/>
          </p:nvPr>
        </p:nvSpPr>
        <p:spPr>
          <a:xfrm>
            <a:off x="4814750" y="717075"/>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p:txBody>
      </p:sp>
      <p:sp>
        <p:nvSpPr>
          <p:cNvPr id="161" name="Google Shape;161;p20"/>
          <p:cNvSpPr txBox="1"/>
          <p:nvPr>
            <p:ph idx="7" type="body"/>
          </p:nvPr>
        </p:nvSpPr>
        <p:spPr>
          <a:xfrm>
            <a:off x="4629675" y="1092700"/>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62" name="Google Shape;162;p20"/>
          <p:cNvSpPr txBox="1"/>
          <p:nvPr>
            <p:ph idx="8" type="subTitle"/>
          </p:nvPr>
        </p:nvSpPr>
        <p:spPr>
          <a:xfrm>
            <a:off x="4814750" y="3003375"/>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20"/>
          <p:cNvSpPr txBox="1"/>
          <p:nvPr>
            <p:ph idx="9" type="body"/>
          </p:nvPr>
        </p:nvSpPr>
        <p:spPr>
          <a:xfrm>
            <a:off x="4629675" y="3379000"/>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Data folders">
  <p:cSld name="CUSTOM_7_1_1_1_1_1_1_1_1_1_1_1_1_1_1_1_1_3">
    <p:spTree>
      <p:nvGrpSpPr>
        <p:cNvPr id="164" name="Shape 164"/>
        <p:cNvGrpSpPr/>
        <p:nvPr/>
      </p:nvGrpSpPr>
      <p:grpSpPr>
        <a:xfrm>
          <a:off x="0" y="0"/>
          <a:ext cx="0" cy="0"/>
          <a:chOff x="0" y="0"/>
          <a:chExt cx="0" cy="0"/>
        </a:xfrm>
      </p:grpSpPr>
      <p:sp>
        <p:nvSpPr>
          <p:cNvPr id="165" name="Google Shape;165;p21"/>
          <p:cNvSpPr txBox="1"/>
          <p:nvPr>
            <p:ph type="title"/>
          </p:nvPr>
        </p:nvSpPr>
        <p:spPr>
          <a:xfrm>
            <a:off x="193900"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66" name="Google Shape;166;p21"/>
          <p:cNvSpPr txBox="1"/>
          <p:nvPr>
            <p:ph idx="2" type="title"/>
          </p:nvPr>
        </p:nvSpPr>
        <p:spPr>
          <a:xfrm>
            <a:off x="193900"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67" name="Google Shape;167;p21"/>
          <p:cNvSpPr txBox="1"/>
          <p:nvPr>
            <p:ph idx="3" type="title"/>
          </p:nvPr>
        </p:nvSpPr>
        <p:spPr>
          <a:xfrm>
            <a:off x="2391238"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68" name="Google Shape;168;p21"/>
          <p:cNvSpPr txBox="1"/>
          <p:nvPr>
            <p:ph idx="4" type="title"/>
          </p:nvPr>
        </p:nvSpPr>
        <p:spPr>
          <a:xfrm>
            <a:off x="2391238"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69" name="Google Shape;169;p21"/>
          <p:cNvSpPr txBox="1"/>
          <p:nvPr>
            <p:ph idx="5" type="title"/>
          </p:nvPr>
        </p:nvSpPr>
        <p:spPr>
          <a:xfrm>
            <a:off x="4590375"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70" name="Google Shape;170;p21"/>
          <p:cNvSpPr txBox="1"/>
          <p:nvPr>
            <p:ph idx="6" type="title"/>
          </p:nvPr>
        </p:nvSpPr>
        <p:spPr>
          <a:xfrm>
            <a:off x="4590375"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71" name="Google Shape;171;p21"/>
          <p:cNvSpPr txBox="1"/>
          <p:nvPr>
            <p:ph idx="7" type="title"/>
          </p:nvPr>
        </p:nvSpPr>
        <p:spPr>
          <a:xfrm>
            <a:off x="6788925"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72" name="Google Shape;172;p21"/>
          <p:cNvSpPr txBox="1"/>
          <p:nvPr>
            <p:ph idx="8" type="title"/>
          </p:nvPr>
        </p:nvSpPr>
        <p:spPr>
          <a:xfrm>
            <a:off x="6788925"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73" name="Google Shape;173;p21"/>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74" name="Google Shape;174;p21"/>
          <p:cNvSpPr txBox="1"/>
          <p:nvPr>
            <p:ph idx="9" type="body"/>
          </p:nvPr>
        </p:nvSpPr>
        <p:spPr>
          <a:xfrm>
            <a:off x="1929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75" name="Google Shape;175;p21"/>
          <p:cNvSpPr txBox="1"/>
          <p:nvPr>
            <p:ph idx="13" type="body"/>
          </p:nvPr>
        </p:nvSpPr>
        <p:spPr>
          <a:xfrm>
            <a:off x="23912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76" name="Google Shape;176;p21"/>
          <p:cNvSpPr txBox="1"/>
          <p:nvPr>
            <p:ph idx="14" type="body"/>
          </p:nvPr>
        </p:nvSpPr>
        <p:spPr>
          <a:xfrm>
            <a:off x="45906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77" name="Google Shape;177;p21"/>
          <p:cNvSpPr txBox="1"/>
          <p:nvPr>
            <p:ph idx="15" type="body"/>
          </p:nvPr>
        </p:nvSpPr>
        <p:spPr>
          <a:xfrm>
            <a:off x="67889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Data Folders">
  <p:cSld name="CUSTOM_7_1_1_1_1_1_1_1_1_1_1_1_1_1_1_1_1_4">
    <p:spTree>
      <p:nvGrpSpPr>
        <p:cNvPr id="178" name="Shape 178"/>
        <p:cNvGrpSpPr/>
        <p:nvPr/>
      </p:nvGrpSpPr>
      <p:grpSpPr>
        <a:xfrm>
          <a:off x="0" y="0"/>
          <a:ext cx="0" cy="0"/>
          <a:chOff x="0" y="0"/>
          <a:chExt cx="0" cy="0"/>
        </a:xfrm>
      </p:grpSpPr>
      <p:sp>
        <p:nvSpPr>
          <p:cNvPr id="179" name="Google Shape;179;p22"/>
          <p:cNvSpPr txBox="1"/>
          <p:nvPr>
            <p:ph type="title"/>
          </p:nvPr>
        </p:nvSpPr>
        <p:spPr>
          <a:xfrm>
            <a:off x="193900"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80" name="Google Shape;180;p22"/>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81" name="Google Shape;181;p22"/>
          <p:cNvSpPr txBox="1"/>
          <p:nvPr>
            <p:ph idx="2" type="title"/>
          </p:nvPr>
        </p:nvSpPr>
        <p:spPr>
          <a:xfrm>
            <a:off x="3141175"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82" name="Google Shape;182;p22"/>
          <p:cNvSpPr txBox="1"/>
          <p:nvPr>
            <p:ph idx="3" type="title"/>
          </p:nvPr>
        </p:nvSpPr>
        <p:spPr>
          <a:xfrm>
            <a:off x="6088450"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83" name="Google Shape;183;p22"/>
          <p:cNvSpPr txBox="1"/>
          <p:nvPr>
            <p:ph idx="4" type="body"/>
          </p:nvPr>
        </p:nvSpPr>
        <p:spPr>
          <a:xfrm>
            <a:off x="19407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84" name="Google Shape;184;p22"/>
          <p:cNvSpPr txBox="1"/>
          <p:nvPr>
            <p:ph idx="5" type="body"/>
          </p:nvPr>
        </p:nvSpPr>
        <p:spPr>
          <a:xfrm>
            <a:off x="314052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85" name="Google Shape;185;p22"/>
          <p:cNvSpPr txBox="1"/>
          <p:nvPr>
            <p:ph idx="6" type="body"/>
          </p:nvPr>
        </p:nvSpPr>
        <p:spPr>
          <a:xfrm>
            <a:off x="608697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7_1_1_1_1_1_1_1_1_1_1_1_1_1_1_1_1_5_2">
    <p:spTree>
      <p:nvGrpSpPr>
        <p:cNvPr id="186" name="Shape 186"/>
        <p:cNvGrpSpPr/>
        <p:nvPr/>
      </p:nvGrpSpPr>
      <p:grpSpPr>
        <a:xfrm>
          <a:off x="0" y="0"/>
          <a:ext cx="0" cy="0"/>
          <a:chOff x="0" y="0"/>
          <a:chExt cx="0" cy="0"/>
        </a:xfrm>
      </p:grpSpPr>
      <p:sp>
        <p:nvSpPr>
          <p:cNvPr id="187" name="Google Shape;187;p23"/>
          <p:cNvSpPr txBox="1"/>
          <p:nvPr>
            <p:ph type="title"/>
          </p:nvPr>
        </p:nvSpPr>
        <p:spPr>
          <a:xfrm>
            <a:off x="2260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88" name="Google Shape;188;p23"/>
          <p:cNvSpPr txBox="1"/>
          <p:nvPr>
            <p:ph idx="2" type="title"/>
          </p:nvPr>
        </p:nvSpPr>
        <p:spPr>
          <a:xfrm>
            <a:off x="33251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89" name="Google Shape;189;p23"/>
          <p:cNvSpPr txBox="1"/>
          <p:nvPr>
            <p:ph idx="3" type="title"/>
          </p:nvPr>
        </p:nvSpPr>
        <p:spPr>
          <a:xfrm>
            <a:off x="227250" y="1277200"/>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0" name="Google Shape;190;p23"/>
          <p:cNvSpPr txBox="1"/>
          <p:nvPr>
            <p:ph idx="4" type="title"/>
          </p:nvPr>
        </p:nvSpPr>
        <p:spPr>
          <a:xfrm>
            <a:off x="3324478" y="1277200"/>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1" name="Google Shape;191;p23"/>
          <p:cNvSpPr txBox="1"/>
          <p:nvPr>
            <p:ph idx="5" type="title"/>
          </p:nvPr>
        </p:nvSpPr>
        <p:spPr>
          <a:xfrm>
            <a:off x="6421152" y="1277200"/>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2" name="Google Shape;192;p23"/>
          <p:cNvSpPr txBox="1"/>
          <p:nvPr>
            <p:ph idx="6" type="title"/>
          </p:nvPr>
        </p:nvSpPr>
        <p:spPr>
          <a:xfrm>
            <a:off x="64219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93" name="Google Shape;193;p23"/>
          <p:cNvSpPr txBox="1"/>
          <p:nvPr>
            <p:ph idx="7" type="title"/>
          </p:nvPr>
        </p:nvSpPr>
        <p:spPr>
          <a:xfrm>
            <a:off x="226431" y="2709100"/>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4" name="Google Shape;194;p23"/>
          <p:cNvSpPr txBox="1"/>
          <p:nvPr>
            <p:ph idx="8" type="title"/>
          </p:nvPr>
        </p:nvSpPr>
        <p:spPr>
          <a:xfrm>
            <a:off x="6419945" y="2709108"/>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5" name="Google Shape;195;p23"/>
          <p:cNvSpPr txBox="1"/>
          <p:nvPr>
            <p:ph idx="9" type="title"/>
          </p:nvPr>
        </p:nvSpPr>
        <p:spPr>
          <a:xfrm>
            <a:off x="226000" y="3996225"/>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6" name="Google Shape;196;p23"/>
          <p:cNvSpPr txBox="1"/>
          <p:nvPr>
            <p:ph idx="13" type="title"/>
          </p:nvPr>
        </p:nvSpPr>
        <p:spPr>
          <a:xfrm>
            <a:off x="3322675" y="3996228"/>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7" name="Google Shape;197;p23"/>
          <p:cNvSpPr txBox="1"/>
          <p:nvPr>
            <p:ph idx="14" type="title"/>
          </p:nvPr>
        </p:nvSpPr>
        <p:spPr>
          <a:xfrm>
            <a:off x="6419350" y="3996228"/>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8" name="Google Shape;198;p23"/>
          <p:cNvSpPr txBox="1"/>
          <p:nvPr>
            <p:ph idx="15" type="title"/>
          </p:nvPr>
        </p:nvSpPr>
        <p:spPr>
          <a:xfrm>
            <a:off x="587225"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9" name="Google Shape;199;p23"/>
          <p:cNvSpPr txBox="1"/>
          <p:nvPr>
            <p:ph idx="16" type="title"/>
          </p:nvPr>
        </p:nvSpPr>
        <p:spPr>
          <a:xfrm>
            <a:off x="36844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00" name="Google Shape;200;p23"/>
          <p:cNvSpPr txBox="1"/>
          <p:nvPr>
            <p:ph idx="17" type="title"/>
          </p:nvPr>
        </p:nvSpPr>
        <p:spPr>
          <a:xfrm>
            <a:off x="6781463"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01" name="Google Shape;201;p23"/>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202" name="Google Shape;202;p23"/>
          <p:cNvSpPr txBox="1"/>
          <p:nvPr>
            <p:ph idx="18" type="body"/>
          </p:nvPr>
        </p:nvSpPr>
        <p:spPr>
          <a:xfrm>
            <a:off x="226150" y="4230400"/>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3" name="Google Shape;203;p23"/>
          <p:cNvSpPr txBox="1"/>
          <p:nvPr>
            <p:ph idx="19" type="body"/>
          </p:nvPr>
        </p:nvSpPr>
        <p:spPr>
          <a:xfrm>
            <a:off x="3321928" y="423040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4" name="Google Shape;204;p23"/>
          <p:cNvSpPr txBox="1"/>
          <p:nvPr>
            <p:ph idx="20" type="body"/>
          </p:nvPr>
        </p:nvSpPr>
        <p:spPr>
          <a:xfrm>
            <a:off x="6417703" y="423040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5" name="Google Shape;205;p23"/>
          <p:cNvSpPr txBox="1"/>
          <p:nvPr>
            <p:ph idx="21" type="title"/>
          </p:nvPr>
        </p:nvSpPr>
        <p:spPr>
          <a:xfrm>
            <a:off x="3323270" y="2709108"/>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06" name="Google Shape;206;p23"/>
          <p:cNvSpPr txBox="1"/>
          <p:nvPr>
            <p:ph idx="22" type="body"/>
          </p:nvPr>
        </p:nvSpPr>
        <p:spPr>
          <a:xfrm>
            <a:off x="226150" y="2943275"/>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7" name="Google Shape;207;p23"/>
          <p:cNvSpPr txBox="1"/>
          <p:nvPr>
            <p:ph idx="23" type="body"/>
          </p:nvPr>
        </p:nvSpPr>
        <p:spPr>
          <a:xfrm>
            <a:off x="3321928" y="294328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8" name="Google Shape;208;p23"/>
          <p:cNvSpPr txBox="1"/>
          <p:nvPr>
            <p:ph idx="24" type="body"/>
          </p:nvPr>
        </p:nvSpPr>
        <p:spPr>
          <a:xfrm>
            <a:off x="6417703" y="294328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9" name="Google Shape;209;p23"/>
          <p:cNvSpPr txBox="1"/>
          <p:nvPr>
            <p:ph idx="25" type="body"/>
          </p:nvPr>
        </p:nvSpPr>
        <p:spPr>
          <a:xfrm>
            <a:off x="226150" y="1511375"/>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0" name="Google Shape;210;p23"/>
          <p:cNvSpPr txBox="1"/>
          <p:nvPr>
            <p:ph idx="26" type="body"/>
          </p:nvPr>
        </p:nvSpPr>
        <p:spPr>
          <a:xfrm>
            <a:off x="3321928" y="1511374"/>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1" name="Google Shape;211;p23"/>
          <p:cNvSpPr txBox="1"/>
          <p:nvPr>
            <p:ph idx="27" type="body"/>
          </p:nvPr>
        </p:nvSpPr>
        <p:spPr>
          <a:xfrm>
            <a:off x="6417703" y="1511374"/>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image ">
  <p:cSld name="CUSTOM_7_1_1_1_1_1_1_1_1_1_1_1_1_1_1_1_1_5_1">
    <p:spTree>
      <p:nvGrpSpPr>
        <p:cNvPr id="212" name="Shape 212"/>
        <p:cNvGrpSpPr/>
        <p:nvPr/>
      </p:nvGrpSpPr>
      <p:grpSpPr>
        <a:xfrm>
          <a:off x="0" y="0"/>
          <a:ext cx="0" cy="0"/>
          <a:chOff x="0" y="0"/>
          <a:chExt cx="0" cy="0"/>
        </a:xfrm>
      </p:grpSpPr>
      <p:sp>
        <p:nvSpPr>
          <p:cNvPr id="213" name="Google Shape;213;p24"/>
          <p:cNvSpPr txBox="1"/>
          <p:nvPr>
            <p:ph type="title"/>
          </p:nvPr>
        </p:nvSpPr>
        <p:spPr>
          <a:xfrm>
            <a:off x="20057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214" name="Google Shape;214;p24"/>
          <p:cNvSpPr txBox="1"/>
          <p:nvPr>
            <p:ph idx="2" type="title"/>
          </p:nvPr>
        </p:nvSpPr>
        <p:spPr>
          <a:xfrm>
            <a:off x="378325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215" name="Google Shape;215;p24"/>
          <p:cNvSpPr txBox="1"/>
          <p:nvPr>
            <p:ph idx="3" type="title"/>
          </p:nvPr>
        </p:nvSpPr>
        <p:spPr>
          <a:xfrm>
            <a:off x="55605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216" name="Google Shape;216;p24"/>
          <p:cNvSpPr txBox="1"/>
          <p:nvPr>
            <p:ph idx="4" type="title"/>
          </p:nvPr>
        </p:nvSpPr>
        <p:spPr>
          <a:xfrm>
            <a:off x="733775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217" name="Google Shape;217;p24"/>
          <p:cNvSpPr txBox="1"/>
          <p:nvPr>
            <p:ph idx="5" type="title"/>
          </p:nvPr>
        </p:nvSpPr>
        <p:spPr>
          <a:xfrm>
            <a:off x="2260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218" name="Google Shape;218;p24"/>
          <p:cNvSpPr txBox="1"/>
          <p:nvPr>
            <p:ph idx="6" type="title"/>
          </p:nvPr>
        </p:nvSpPr>
        <p:spPr>
          <a:xfrm>
            <a:off x="227250"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19" name="Google Shape;219;p24"/>
          <p:cNvSpPr txBox="1"/>
          <p:nvPr>
            <p:ph idx="7" type="title"/>
          </p:nvPr>
        </p:nvSpPr>
        <p:spPr>
          <a:xfrm>
            <a:off x="20045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0" name="Google Shape;220;p24"/>
          <p:cNvSpPr txBox="1"/>
          <p:nvPr>
            <p:ph idx="8" type="title"/>
          </p:nvPr>
        </p:nvSpPr>
        <p:spPr>
          <a:xfrm>
            <a:off x="37819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1" name="Google Shape;221;p24"/>
          <p:cNvSpPr txBox="1"/>
          <p:nvPr>
            <p:ph idx="9" type="title"/>
          </p:nvPr>
        </p:nvSpPr>
        <p:spPr>
          <a:xfrm>
            <a:off x="5559300"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2" name="Google Shape;222;p24"/>
          <p:cNvSpPr txBox="1"/>
          <p:nvPr>
            <p:ph idx="13" type="title"/>
          </p:nvPr>
        </p:nvSpPr>
        <p:spPr>
          <a:xfrm>
            <a:off x="73374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3" name="Google Shape;223;p24"/>
          <p:cNvSpPr txBox="1"/>
          <p:nvPr>
            <p:ph idx="14" type="title"/>
          </p:nvPr>
        </p:nvSpPr>
        <p:spPr>
          <a:xfrm>
            <a:off x="226425"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4" name="Google Shape;224;p24"/>
          <p:cNvSpPr txBox="1"/>
          <p:nvPr>
            <p:ph idx="15" type="title"/>
          </p:nvPr>
        </p:nvSpPr>
        <p:spPr>
          <a:xfrm>
            <a:off x="20037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5" name="Google Shape;225;p24"/>
          <p:cNvSpPr txBox="1"/>
          <p:nvPr>
            <p:ph idx="16" type="title"/>
          </p:nvPr>
        </p:nvSpPr>
        <p:spPr>
          <a:xfrm>
            <a:off x="37811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6" name="Google Shape;226;p24"/>
          <p:cNvSpPr txBox="1"/>
          <p:nvPr>
            <p:ph idx="17" type="title"/>
          </p:nvPr>
        </p:nvSpPr>
        <p:spPr>
          <a:xfrm>
            <a:off x="5558475"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7" name="Google Shape;227;p24"/>
          <p:cNvSpPr txBox="1"/>
          <p:nvPr>
            <p:ph idx="18" type="title"/>
          </p:nvPr>
        </p:nvSpPr>
        <p:spPr>
          <a:xfrm>
            <a:off x="73366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8" name="Google Shape;228;p24"/>
          <p:cNvSpPr txBox="1"/>
          <p:nvPr>
            <p:ph idx="19" type="title"/>
          </p:nvPr>
        </p:nvSpPr>
        <p:spPr>
          <a:xfrm>
            <a:off x="587225"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9" name="Google Shape;229;p24"/>
          <p:cNvSpPr txBox="1"/>
          <p:nvPr>
            <p:ph idx="20" type="title"/>
          </p:nvPr>
        </p:nvSpPr>
        <p:spPr>
          <a:xfrm>
            <a:off x="23650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30" name="Google Shape;230;p24"/>
          <p:cNvSpPr txBox="1"/>
          <p:nvPr>
            <p:ph idx="21" type="title"/>
          </p:nvPr>
        </p:nvSpPr>
        <p:spPr>
          <a:xfrm>
            <a:off x="41427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31" name="Google Shape;231;p24"/>
          <p:cNvSpPr txBox="1"/>
          <p:nvPr>
            <p:ph idx="22" type="title"/>
          </p:nvPr>
        </p:nvSpPr>
        <p:spPr>
          <a:xfrm>
            <a:off x="5921000"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32" name="Google Shape;232;p24"/>
          <p:cNvSpPr txBox="1"/>
          <p:nvPr>
            <p:ph idx="23" type="title"/>
          </p:nvPr>
        </p:nvSpPr>
        <p:spPr>
          <a:xfrm>
            <a:off x="7699213"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33" name="Google Shape;233;p24"/>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234" name="Google Shape;234;p24"/>
          <p:cNvSpPr/>
          <p:nvPr>
            <p:ph idx="24" type="pic"/>
          </p:nvPr>
        </p:nvSpPr>
        <p:spPr>
          <a:xfrm>
            <a:off x="229025" y="3718641"/>
            <a:ext cx="1580400" cy="1249200"/>
          </a:xfrm>
          <a:prstGeom prst="roundRect">
            <a:avLst>
              <a:gd fmla="val 10359" name="adj"/>
            </a:avLst>
          </a:prstGeom>
          <a:noFill/>
          <a:ln>
            <a:noFill/>
          </a:ln>
        </p:spPr>
      </p:sp>
      <p:sp>
        <p:nvSpPr>
          <p:cNvPr id="235" name="Google Shape;235;p24"/>
          <p:cNvSpPr/>
          <p:nvPr>
            <p:ph idx="25" type="pic"/>
          </p:nvPr>
        </p:nvSpPr>
        <p:spPr>
          <a:xfrm>
            <a:off x="2005675" y="3718641"/>
            <a:ext cx="1580400" cy="1249200"/>
          </a:xfrm>
          <a:prstGeom prst="roundRect">
            <a:avLst>
              <a:gd fmla="val 10359" name="adj"/>
            </a:avLst>
          </a:prstGeom>
          <a:noFill/>
          <a:ln>
            <a:noFill/>
          </a:ln>
        </p:spPr>
      </p:sp>
      <p:sp>
        <p:nvSpPr>
          <p:cNvPr id="236" name="Google Shape;236;p24"/>
          <p:cNvSpPr/>
          <p:nvPr>
            <p:ph idx="26" type="pic"/>
          </p:nvPr>
        </p:nvSpPr>
        <p:spPr>
          <a:xfrm>
            <a:off x="3784263" y="3718641"/>
            <a:ext cx="1580400" cy="1249200"/>
          </a:xfrm>
          <a:prstGeom prst="roundRect">
            <a:avLst>
              <a:gd fmla="val 10359" name="adj"/>
            </a:avLst>
          </a:prstGeom>
          <a:noFill/>
          <a:ln>
            <a:noFill/>
          </a:ln>
        </p:spPr>
      </p:sp>
      <p:sp>
        <p:nvSpPr>
          <p:cNvPr id="237" name="Google Shape;237;p24"/>
          <p:cNvSpPr/>
          <p:nvPr>
            <p:ph idx="27" type="pic"/>
          </p:nvPr>
        </p:nvSpPr>
        <p:spPr>
          <a:xfrm>
            <a:off x="5560913" y="3718641"/>
            <a:ext cx="1580400" cy="1249200"/>
          </a:xfrm>
          <a:prstGeom prst="roundRect">
            <a:avLst>
              <a:gd fmla="val 10359" name="adj"/>
            </a:avLst>
          </a:prstGeom>
          <a:noFill/>
          <a:ln>
            <a:noFill/>
          </a:ln>
        </p:spPr>
      </p:sp>
      <p:sp>
        <p:nvSpPr>
          <p:cNvPr id="238" name="Google Shape;238;p24"/>
          <p:cNvSpPr/>
          <p:nvPr>
            <p:ph idx="28" type="pic"/>
          </p:nvPr>
        </p:nvSpPr>
        <p:spPr>
          <a:xfrm>
            <a:off x="7337563" y="3718641"/>
            <a:ext cx="1580400" cy="1249200"/>
          </a:xfrm>
          <a:prstGeom prst="roundRect">
            <a:avLst>
              <a:gd fmla="val 10359" name="adj"/>
            </a:avLst>
          </a:prstGeom>
          <a:noFill/>
          <a:ln>
            <a:noFill/>
          </a:ln>
        </p:spPr>
      </p:sp>
      <p:sp>
        <p:nvSpPr>
          <p:cNvPr id="239" name="Google Shape;239;p24"/>
          <p:cNvSpPr txBox="1"/>
          <p:nvPr>
            <p:ph idx="29" type="body"/>
          </p:nvPr>
        </p:nvSpPr>
        <p:spPr>
          <a:xfrm>
            <a:off x="7337076"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0" name="Google Shape;240;p24"/>
          <p:cNvSpPr txBox="1"/>
          <p:nvPr>
            <p:ph idx="30" type="body"/>
          </p:nvPr>
        </p:nvSpPr>
        <p:spPr>
          <a:xfrm>
            <a:off x="555968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1" name="Google Shape;241;p24"/>
          <p:cNvSpPr txBox="1"/>
          <p:nvPr>
            <p:ph idx="31" type="body"/>
          </p:nvPr>
        </p:nvSpPr>
        <p:spPr>
          <a:xfrm>
            <a:off x="378218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2" name="Google Shape;242;p24"/>
          <p:cNvSpPr txBox="1"/>
          <p:nvPr>
            <p:ph idx="32" type="body"/>
          </p:nvPr>
        </p:nvSpPr>
        <p:spPr>
          <a:xfrm>
            <a:off x="2005163"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3" name="Google Shape;243;p24"/>
          <p:cNvSpPr txBox="1"/>
          <p:nvPr>
            <p:ph idx="33" type="body"/>
          </p:nvPr>
        </p:nvSpPr>
        <p:spPr>
          <a:xfrm>
            <a:off x="22673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4" name="Google Shape;244;p24"/>
          <p:cNvSpPr txBox="1"/>
          <p:nvPr>
            <p:ph idx="34" type="body"/>
          </p:nvPr>
        </p:nvSpPr>
        <p:spPr>
          <a:xfrm>
            <a:off x="733944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5" name="Google Shape;245;p24"/>
          <p:cNvSpPr txBox="1"/>
          <p:nvPr>
            <p:ph idx="35" type="body"/>
          </p:nvPr>
        </p:nvSpPr>
        <p:spPr>
          <a:xfrm>
            <a:off x="556205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6" name="Google Shape;246;p24"/>
          <p:cNvSpPr txBox="1"/>
          <p:nvPr>
            <p:ph idx="36" type="body"/>
          </p:nvPr>
        </p:nvSpPr>
        <p:spPr>
          <a:xfrm>
            <a:off x="3784555"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7" name="Google Shape;247;p24"/>
          <p:cNvSpPr txBox="1"/>
          <p:nvPr>
            <p:ph idx="37" type="body"/>
          </p:nvPr>
        </p:nvSpPr>
        <p:spPr>
          <a:xfrm>
            <a:off x="200752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8" name="Google Shape;248;p24"/>
          <p:cNvSpPr txBox="1"/>
          <p:nvPr>
            <p:ph idx="38" type="body"/>
          </p:nvPr>
        </p:nvSpPr>
        <p:spPr>
          <a:xfrm>
            <a:off x="229100"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p:cSld name="CUSTOM_1_1_1">
    <p:spTree>
      <p:nvGrpSpPr>
        <p:cNvPr id="249" name="Shape 249"/>
        <p:cNvGrpSpPr/>
        <p:nvPr/>
      </p:nvGrpSpPr>
      <p:grpSpPr>
        <a:xfrm>
          <a:off x="0" y="0"/>
          <a:ext cx="0" cy="0"/>
          <a:chOff x="0" y="0"/>
          <a:chExt cx="0" cy="0"/>
        </a:xfrm>
      </p:grpSpPr>
      <p:sp>
        <p:nvSpPr>
          <p:cNvPr id="250" name="Google Shape;250;p25"/>
          <p:cNvSpPr/>
          <p:nvPr/>
        </p:nvSpPr>
        <p:spPr>
          <a:xfrm>
            <a:off x="-2450" y="486600"/>
            <a:ext cx="9144000" cy="46569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51" name="Google Shape;251;p25"/>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52" name="Google Shape;252;p25"/>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53" name="Google Shape;253;p25"/>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54" name="Google Shape;254;p25"/>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55" name="Google Shape;255;p25"/>
          <p:cNvSpPr txBox="1"/>
          <p:nvPr>
            <p:ph idx="5" type="title"/>
          </p:nvPr>
        </p:nvSpPr>
        <p:spPr>
          <a:xfrm>
            <a:off x="596525" y="753313"/>
            <a:ext cx="7062000" cy="6159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 name="Google Shape;256;p25"/>
          <p:cNvSpPr txBox="1"/>
          <p:nvPr>
            <p:ph idx="1" type="subTitle"/>
          </p:nvPr>
        </p:nvSpPr>
        <p:spPr>
          <a:xfrm>
            <a:off x="1950863"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25"/>
          <p:cNvSpPr txBox="1"/>
          <p:nvPr>
            <p:ph idx="6" type="subTitle"/>
          </p:nvPr>
        </p:nvSpPr>
        <p:spPr>
          <a:xfrm>
            <a:off x="3726825"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 name="Google Shape;258;p25"/>
          <p:cNvSpPr txBox="1"/>
          <p:nvPr>
            <p:ph idx="7" type="subTitle"/>
          </p:nvPr>
        </p:nvSpPr>
        <p:spPr>
          <a:xfrm>
            <a:off x="5503900"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25"/>
          <p:cNvSpPr txBox="1"/>
          <p:nvPr>
            <p:ph idx="8" type="subTitle"/>
          </p:nvPr>
        </p:nvSpPr>
        <p:spPr>
          <a:xfrm>
            <a:off x="7282625" y="1724120"/>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25"/>
          <p:cNvSpPr txBox="1"/>
          <p:nvPr>
            <p:ph idx="9" type="subTitle"/>
          </p:nvPr>
        </p:nvSpPr>
        <p:spPr>
          <a:xfrm>
            <a:off x="337750" y="420722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61" name="Google Shape;261;p25"/>
          <p:cNvSpPr txBox="1"/>
          <p:nvPr>
            <p:ph idx="13" type="subTitle"/>
          </p:nvPr>
        </p:nvSpPr>
        <p:spPr>
          <a:xfrm>
            <a:off x="337750" y="37373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62" name="Google Shape;262;p25"/>
          <p:cNvSpPr txBox="1"/>
          <p:nvPr>
            <p:ph idx="14" type="subTitle"/>
          </p:nvPr>
        </p:nvSpPr>
        <p:spPr>
          <a:xfrm>
            <a:off x="337750" y="32477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63" name="Google Shape;263;p25"/>
          <p:cNvSpPr txBox="1"/>
          <p:nvPr>
            <p:ph idx="15" type="subTitle"/>
          </p:nvPr>
        </p:nvSpPr>
        <p:spPr>
          <a:xfrm>
            <a:off x="337750" y="27581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64" name="Google Shape;264;p25"/>
          <p:cNvSpPr txBox="1"/>
          <p:nvPr>
            <p:ph idx="16" type="subTitle"/>
          </p:nvPr>
        </p:nvSpPr>
        <p:spPr>
          <a:xfrm>
            <a:off x="337750" y="22685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65" name="Google Shape;265;p25"/>
          <p:cNvSpPr txBox="1"/>
          <p:nvPr>
            <p:ph idx="17" type="body"/>
          </p:nvPr>
        </p:nvSpPr>
        <p:spPr>
          <a:xfrm>
            <a:off x="72790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6" name="Google Shape;266;p25"/>
          <p:cNvSpPr txBox="1"/>
          <p:nvPr>
            <p:ph idx="18" type="body"/>
          </p:nvPr>
        </p:nvSpPr>
        <p:spPr>
          <a:xfrm>
            <a:off x="72790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7" name="Google Shape;267;p25"/>
          <p:cNvSpPr txBox="1"/>
          <p:nvPr>
            <p:ph idx="19" type="body"/>
          </p:nvPr>
        </p:nvSpPr>
        <p:spPr>
          <a:xfrm>
            <a:off x="72790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8" name="Google Shape;268;p25"/>
          <p:cNvSpPr txBox="1"/>
          <p:nvPr>
            <p:ph idx="20" type="body"/>
          </p:nvPr>
        </p:nvSpPr>
        <p:spPr>
          <a:xfrm>
            <a:off x="72790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9" name="Google Shape;269;p25"/>
          <p:cNvSpPr txBox="1"/>
          <p:nvPr>
            <p:ph idx="21" type="body"/>
          </p:nvPr>
        </p:nvSpPr>
        <p:spPr>
          <a:xfrm>
            <a:off x="72790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0" name="Google Shape;270;p25"/>
          <p:cNvSpPr txBox="1"/>
          <p:nvPr>
            <p:ph idx="22" type="body"/>
          </p:nvPr>
        </p:nvSpPr>
        <p:spPr>
          <a:xfrm>
            <a:off x="55039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1" name="Google Shape;271;p25"/>
          <p:cNvSpPr txBox="1"/>
          <p:nvPr>
            <p:ph idx="23" type="body"/>
          </p:nvPr>
        </p:nvSpPr>
        <p:spPr>
          <a:xfrm>
            <a:off x="55039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2" name="Google Shape;272;p25"/>
          <p:cNvSpPr txBox="1"/>
          <p:nvPr>
            <p:ph idx="24" type="body"/>
          </p:nvPr>
        </p:nvSpPr>
        <p:spPr>
          <a:xfrm>
            <a:off x="55039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3" name="Google Shape;273;p25"/>
          <p:cNvSpPr txBox="1"/>
          <p:nvPr>
            <p:ph idx="25" type="body"/>
          </p:nvPr>
        </p:nvSpPr>
        <p:spPr>
          <a:xfrm>
            <a:off x="55039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4" name="Google Shape;274;p25"/>
          <p:cNvSpPr txBox="1"/>
          <p:nvPr>
            <p:ph idx="26" type="body"/>
          </p:nvPr>
        </p:nvSpPr>
        <p:spPr>
          <a:xfrm>
            <a:off x="55039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5" name="Google Shape;275;p25"/>
          <p:cNvSpPr txBox="1"/>
          <p:nvPr>
            <p:ph idx="27" type="body"/>
          </p:nvPr>
        </p:nvSpPr>
        <p:spPr>
          <a:xfrm>
            <a:off x="3722638"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6" name="Google Shape;276;p25"/>
          <p:cNvSpPr txBox="1"/>
          <p:nvPr>
            <p:ph idx="28" type="body"/>
          </p:nvPr>
        </p:nvSpPr>
        <p:spPr>
          <a:xfrm>
            <a:off x="3722638"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7" name="Google Shape;277;p25"/>
          <p:cNvSpPr txBox="1"/>
          <p:nvPr>
            <p:ph idx="29" type="body"/>
          </p:nvPr>
        </p:nvSpPr>
        <p:spPr>
          <a:xfrm>
            <a:off x="3722638"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8" name="Google Shape;278;p25"/>
          <p:cNvSpPr txBox="1"/>
          <p:nvPr>
            <p:ph idx="30" type="body"/>
          </p:nvPr>
        </p:nvSpPr>
        <p:spPr>
          <a:xfrm>
            <a:off x="3722638"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9" name="Google Shape;279;p25"/>
          <p:cNvSpPr txBox="1"/>
          <p:nvPr>
            <p:ph idx="31" type="body"/>
          </p:nvPr>
        </p:nvSpPr>
        <p:spPr>
          <a:xfrm>
            <a:off x="3722638"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0" name="Google Shape;280;p25"/>
          <p:cNvSpPr txBox="1"/>
          <p:nvPr>
            <p:ph idx="32" type="body"/>
          </p:nvPr>
        </p:nvSpPr>
        <p:spPr>
          <a:xfrm>
            <a:off x="1941375"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1" name="Google Shape;281;p25"/>
          <p:cNvSpPr txBox="1"/>
          <p:nvPr>
            <p:ph idx="33" type="body"/>
          </p:nvPr>
        </p:nvSpPr>
        <p:spPr>
          <a:xfrm>
            <a:off x="1941375"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2" name="Google Shape;282;p25"/>
          <p:cNvSpPr txBox="1"/>
          <p:nvPr>
            <p:ph idx="34" type="body"/>
          </p:nvPr>
        </p:nvSpPr>
        <p:spPr>
          <a:xfrm>
            <a:off x="1941375"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3" name="Google Shape;283;p25"/>
          <p:cNvSpPr txBox="1"/>
          <p:nvPr>
            <p:ph idx="35" type="body"/>
          </p:nvPr>
        </p:nvSpPr>
        <p:spPr>
          <a:xfrm>
            <a:off x="1941375"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4" name="Google Shape;284;p25"/>
          <p:cNvSpPr txBox="1"/>
          <p:nvPr>
            <p:ph idx="36" type="body"/>
          </p:nvPr>
        </p:nvSpPr>
        <p:spPr>
          <a:xfrm>
            <a:off x="1941375"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2">
  <p:cSld name="CUSTOM_1_1_1_3">
    <p:spTree>
      <p:nvGrpSpPr>
        <p:cNvPr id="285" name="Shape 285"/>
        <p:cNvGrpSpPr/>
        <p:nvPr/>
      </p:nvGrpSpPr>
      <p:grpSpPr>
        <a:xfrm>
          <a:off x="0" y="0"/>
          <a:ext cx="0" cy="0"/>
          <a:chOff x="0" y="0"/>
          <a:chExt cx="0" cy="0"/>
        </a:xfrm>
      </p:grpSpPr>
      <p:sp>
        <p:nvSpPr>
          <p:cNvPr id="286" name="Google Shape;286;p26"/>
          <p:cNvSpPr/>
          <p:nvPr/>
        </p:nvSpPr>
        <p:spPr>
          <a:xfrm>
            <a:off x="-2450" y="486600"/>
            <a:ext cx="9144000" cy="46569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87" name="Google Shape;287;p26"/>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88" name="Google Shape;288;p26"/>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89" name="Google Shape;289;p26"/>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90" name="Google Shape;290;p26"/>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91" name="Google Shape;291;p26"/>
          <p:cNvSpPr txBox="1"/>
          <p:nvPr>
            <p:ph idx="1" type="body"/>
          </p:nvPr>
        </p:nvSpPr>
        <p:spPr>
          <a:xfrm>
            <a:off x="72790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2" name="Google Shape;292;p26"/>
          <p:cNvSpPr txBox="1"/>
          <p:nvPr>
            <p:ph idx="5" type="body"/>
          </p:nvPr>
        </p:nvSpPr>
        <p:spPr>
          <a:xfrm>
            <a:off x="72790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3" name="Google Shape;293;p26"/>
          <p:cNvSpPr txBox="1"/>
          <p:nvPr>
            <p:ph idx="6" type="body"/>
          </p:nvPr>
        </p:nvSpPr>
        <p:spPr>
          <a:xfrm>
            <a:off x="72790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4" name="Google Shape;294;p26"/>
          <p:cNvSpPr txBox="1"/>
          <p:nvPr>
            <p:ph idx="7" type="body"/>
          </p:nvPr>
        </p:nvSpPr>
        <p:spPr>
          <a:xfrm>
            <a:off x="72790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5" name="Google Shape;295;p26"/>
          <p:cNvSpPr txBox="1"/>
          <p:nvPr>
            <p:ph idx="8" type="body"/>
          </p:nvPr>
        </p:nvSpPr>
        <p:spPr>
          <a:xfrm>
            <a:off x="72790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6" name="Google Shape;296;p26"/>
          <p:cNvSpPr txBox="1"/>
          <p:nvPr>
            <p:ph idx="9" type="body"/>
          </p:nvPr>
        </p:nvSpPr>
        <p:spPr>
          <a:xfrm>
            <a:off x="55039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7" name="Google Shape;297;p26"/>
          <p:cNvSpPr txBox="1"/>
          <p:nvPr>
            <p:ph idx="13" type="body"/>
          </p:nvPr>
        </p:nvSpPr>
        <p:spPr>
          <a:xfrm>
            <a:off x="55039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8" name="Google Shape;298;p26"/>
          <p:cNvSpPr txBox="1"/>
          <p:nvPr>
            <p:ph idx="14" type="body"/>
          </p:nvPr>
        </p:nvSpPr>
        <p:spPr>
          <a:xfrm>
            <a:off x="55039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9" name="Google Shape;299;p26"/>
          <p:cNvSpPr txBox="1"/>
          <p:nvPr>
            <p:ph idx="15" type="body"/>
          </p:nvPr>
        </p:nvSpPr>
        <p:spPr>
          <a:xfrm>
            <a:off x="55039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0" name="Google Shape;300;p26"/>
          <p:cNvSpPr txBox="1"/>
          <p:nvPr>
            <p:ph idx="16" type="body"/>
          </p:nvPr>
        </p:nvSpPr>
        <p:spPr>
          <a:xfrm>
            <a:off x="55039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1" name="Google Shape;301;p26"/>
          <p:cNvSpPr txBox="1"/>
          <p:nvPr>
            <p:ph idx="17" type="body"/>
          </p:nvPr>
        </p:nvSpPr>
        <p:spPr>
          <a:xfrm>
            <a:off x="3722638"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2" name="Google Shape;302;p26"/>
          <p:cNvSpPr txBox="1"/>
          <p:nvPr>
            <p:ph idx="18" type="body"/>
          </p:nvPr>
        </p:nvSpPr>
        <p:spPr>
          <a:xfrm>
            <a:off x="3722638"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3" name="Google Shape;303;p26"/>
          <p:cNvSpPr txBox="1"/>
          <p:nvPr>
            <p:ph idx="19" type="body"/>
          </p:nvPr>
        </p:nvSpPr>
        <p:spPr>
          <a:xfrm>
            <a:off x="3722638"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4" name="Google Shape;304;p26"/>
          <p:cNvSpPr txBox="1"/>
          <p:nvPr>
            <p:ph idx="20" type="body"/>
          </p:nvPr>
        </p:nvSpPr>
        <p:spPr>
          <a:xfrm>
            <a:off x="3722638"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5" name="Google Shape;305;p26"/>
          <p:cNvSpPr txBox="1"/>
          <p:nvPr>
            <p:ph idx="21" type="body"/>
          </p:nvPr>
        </p:nvSpPr>
        <p:spPr>
          <a:xfrm>
            <a:off x="3722638"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6" name="Google Shape;306;p26"/>
          <p:cNvSpPr txBox="1"/>
          <p:nvPr>
            <p:ph idx="22" type="body"/>
          </p:nvPr>
        </p:nvSpPr>
        <p:spPr>
          <a:xfrm>
            <a:off x="1941375"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7" name="Google Shape;307;p26"/>
          <p:cNvSpPr txBox="1"/>
          <p:nvPr>
            <p:ph idx="23" type="body"/>
          </p:nvPr>
        </p:nvSpPr>
        <p:spPr>
          <a:xfrm>
            <a:off x="1941375"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8" name="Google Shape;308;p26"/>
          <p:cNvSpPr txBox="1"/>
          <p:nvPr>
            <p:ph idx="24" type="body"/>
          </p:nvPr>
        </p:nvSpPr>
        <p:spPr>
          <a:xfrm>
            <a:off x="1941375"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9" name="Google Shape;309;p26"/>
          <p:cNvSpPr txBox="1"/>
          <p:nvPr>
            <p:ph idx="25" type="body"/>
          </p:nvPr>
        </p:nvSpPr>
        <p:spPr>
          <a:xfrm>
            <a:off x="1941375"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0" name="Google Shape;310;p26"/>
          <p:cNvSpPr txBox="1"/>
          <p:nvPr>
            <p:ph idx="26" type="body"/>
          </p:nvPr>
        </p:nvSpPr>
        <p:spPr>
          <a:xfrm>
            <a:off x="1941375"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1" name="Google Shape;311;p26"/>
          <p:cNvSpPr txBox="1"/>
          <p:nvPr>
            <p:ph idx="27" type="subTitle"/>
          </p:nvPr>
        </p:nvSpPr>
        <p:spPr>
          <a:xfrm>
            <a:off x="7282625" y="1724120"/>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2" name="Google Shape;312;p26"/>
          <p:cNvSpPr txBox="1"/>
          <p:nvPr>
            <p:ph idx="28" type="subTitle"/>
          </p:nvPr>
        </p:nvSpPr>
        <p:spPr>
          <a:xfrm>
            <a:off x="337750" y="420722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313" name="Google Shape;313;p26"/>
          <p:cNvSpPr txBox="1"/>
          <p:nvPr>
            <p:ph idx="29" type="subTitle"/>
          </p:nvPr>
        </p:nvSpPr>
        <p:spPr>
          <a:xfrm>
            <a:off x="337750" y="37373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314" name="Google Shape;314;p26"/>
          <p:cNvSpPr txBox="1"/>
          <p:nvPr>
            <p:ph idx="30" type="subTitle"/>
          </p:nvPr>
        </p:nvSpPr>
        <p:spPr>
          <a:xfrm>
            <a:off x="337750" y="32477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315" name="Google Shape;315;p26"/>
          <p:cNvSpPr txBox="1"/>
          <p:nvPr>
            <p:ph idx="31" type="subTitle"/>
          </p:nvPr>
        </p:nvSpPr>
        <p:spPr>
          <a:xfrm>
            <a:off x="337750" y="27581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316" name="Google Shape;316;p26"/>
          <p:cNvSpPr txBox="1"/>
          <p:nvPr>
            <p:ph idx="32" type="subTitle"/>
          </p:nvPr>
        </p:nvSpPr>
        <p:spPr>
          <a:xfrm>
            <a:off x="337750" y="22685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317" name="Google Shape;317;p26"/>
          <p:cNvSpPr txBox="1"/>
          <p:nvPr>
            <p:ph idx="33" type="title"/>
          </p:nvPr>
        </p:nvSpPr>
        <p:spPr>
          <a:xfrm>
            <a:off x="596525" y="753313"/>
            <a:ext cx="7062000" cy="6159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8" name="Google Shape;318;p26"/>
          <p:cNvSpPr txBox="1"/>
          <p:nvPr>
            <p:ph idx="34" type="subTitle"/>
          </p:nvPr>
        </p:nvSpPr>
        <p:spPr>
          <a:xfrm>
            <a:off x="1950863"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9" name="Google Shape;319;p26"/>
          <p:cNvSpPr txBox="1"/>
          <p:nvPr>
            <p:ph idx="35" type="subTitle"/>
          </p:nvPr>
        </p:nvSpPr>
        <p:spPr>
          <a:xfrm>
            <a:off x="3726825"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0" name="Google Shape;320;p26"/>
          <p:cNvSpPr txBox="1"/>
          <p:nvPr>
            <p:ph idx="36" type="subTitle"/>
          </p:nvPr>
        </p:nvSpPr>
        <p:spPr>
          <a:xfrm>
            <a:off x="5503900"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731">
          <p15:clr>
            <a:srgbClr val="E46962"/>
          </p15:clr>
        </p15:guide>
        <p15:guide id="2" orient="horz" pos="2435">
          <p15:clr>
            <a:srgbClr val="E46962"/>
          </p15:clr>
        </p15:guide>
        <p15:guide id="3" orient="horz" pos="1819">
          <p15:clr>
            <a:srgbClr val="E46962"/>
          </p15:clr>
        </p15:guide>
        <p15:guide id="4" orient="horz" pos="2129">
          <p15:clr>
            <a:srgbClr val="E46962"/>
          </p15:clr>
        </p15:guide>
        <p15:guide id="5" orient="horz" pos="151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and folder background">
  <p:cSld name="CUSTOM_1_1">
    <p:spTree>
      <p:nvGrpSpPr>
        <p:cNvPr id="321" name="Shape 321"/>
        <p:cNvGrpSpPr/>
        <p:nvPr/>
      </p:nvGrpSpPr>
      <p:grpSpPr>
        <a:xfrm>
          <a:off x="0" y="0"/>
          <a:ext cx="0" cy="0"/>
          <a:chOff x="0" y="0"/>
          <a:chExt cx="0" cy="0"/>
        </a:xfrm>
      </p:grpSpPr>
      <p:sp>
        <p:nvSpPr>
          <p:cNvPr id="322" name="Google Shape;322;p27"/>
          <p:cNvSpPr/>
          <p:nvPr/>
        </p:nvSpPr>
        <p:spPr>
          <a:xfrm>
            <a:off x="-2450" y="486600"/>
            <a:ext cx="9144000" cy="4656900"/>
          </a:xfrm>
          <a:prstGeom prst="roundRect">
            <a:avLst>
              <a:gd fmla="val 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323" name="Google Shape;323;p27"/>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24" name="Google Shape;324;p27"/>
          <p:cNvSpPr txBox="1"/>
          <p:nvPr>
            <p:ph idx="2"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25" name="Google Shape;325;p27"/>
          <p:cNvSpPr txBox="1"/>
          <p:nvPr>
            <p:ph idx="3"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26" name="Google Shape;326;p27"/>
          <p:cNvSpPr txBox="1"/>
          <p:nvPr>
            <p:ph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327" name="Google Shape;327;p27"/>
          <p:cNvSpPr txBox="1"/>
          <p:nvPr>
            <p:ph idx="4" type="subTitle"/>
          </p:nvPr>
        </p:nvSpPr>
        <p:spPr>
          <a:xfrm>
            <a:off x="4617888" y="2276000"/>
            <a:ext cx="4291500" cy="525600"/>
          </a:xfrm>
          <a:prstGeom prst="rect">
            <a:avLst/>
          </a:prstGeom>
        </p:spPr>
        <p:txBody>
          <a:bodyPr anchorCtr="0" anchor="t" bIns="0" lIns="180000" spcFirstLastPara="1" rIns="180000" wrap="square" tIns="9000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p:txBody>
      </p:sp>
      <p:cxnSp>
        <p:nvCxnSpPr>
          <p:cNvPr id="328" name="Google Shape;328;p27"/>
          <p:cNvCxnSpPr/>
          <p:nvPr/>
        </p:nvCxnSpPr>
        <p:spPr>
          <a:xfrm rot="10800000">
            <a:off x="5397992"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329" name="Google Shape;329;p27"/>
          <p:cNvCxnSpPr/>
          <p:nvPr/>
        </p:nvCxnSpPr>
        <p:spPr>
          <a:xfrm rot="10800000">
            <a:off x="6114201" y="3025007"/>
            <a:ext cx="0" cy="1576800"/>
          </a:xfrm>
          <a:prstGeom prst="straightConnector1">
            <a:avLst/>
          </a:prstGeom>
          <a:noFill/>
          <a:ln cap="flat" cmpd="sng" w="9525">
            <a:solidFill>
              <a:schemeClr val="dk1"/>
            </a:solidFill>
            <a:prstDash val="dot"/>
            <a:round/>
            <a:headEnd len="sm" w="sm" type="none"/>
            <a:tailEnd len="sm" w="sm" type="none"/>
          </a:ln>
        </p:spPr>
      </p:cxnSp>
      <p:cxnSp>
        <p:nvCxnSpPr>
          <p:cNvPr id="330" name="Google Shape;330;p27"/>
          <p:cNvCxnSpPr/>
          <p:nvPr/>
        </p:nvCxnSpPr>
        <p:spPr>
          <a:xfrm rot="10800000">
            <a:off x="6816098"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331" name="Google Shape;331;p27"/>
          <p:cNvCxnSpPr/>
          <p:nvPr/>
        </p:nvCxnSpPr>
        <p:spPr>
          <a:xfrm rot="10800000">
            <a:off x="7517325"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332" name="Google Shape;332;p27"/>
          <p:cNvCxnSpPr/>
          <p:nvPr/>
        </p:nvCxnSpPr>
        <p:spPr>
          <a:xfrm rot="10800000">
            <a:off x="8218904" y="3025011"/>
            <a:ext cx="0" cy="1576800"/>
          </a:xfrm>
          <a:prstGeom prst="straightConnector1">
            <a:avLst/>
          </a:prstGeom>
          <a:noFill/>
          <a:ln cap="flat" cmpd="sng" w="9525">
            <a:solidFill>
              <a:schemeClr val="dk1"/>
            </a:solidFill>
            <a:prstDash val="dot"/>
            <a:round/>
            <a:headEnd len="sm" w="sm" type="none"/>
            <a:tailEnd len="sm" w="sm" type="none"/>
          </a:ln>
        </p:spPr>
      </p:cxnSp>
      <p:cxnSp>
        <p:nvCxnSpPr>
          <p:cNvPr id="333" name="Google Shape;333;p27"/>
          <p:cNvCxnSpPr/>
          <p:nvPr/>
        </p:nvCxnSpPr>
        <p:spPr>
          <a:xfrm rot="10800000">
            <a:off x="5043384" y="4397242"/>
            <a:ext cx="3684900" cy="0"/>
          </a:xfrm>
          <a:prstGeom prst="straightConnector1">
            <a:avLst/>
          </a:prstGeom>
          <a:noFill/>
          <a:ln cap="flat" cmpd="sng" w="9525">
            <a:solidFill>
              <a:schemeClr val="dk1"/>
            </a:solidFill>
            <a:prstDash val="dot"/>
            <a:round/>
            <a:headEnd len="sm" w="sm" type="none"/>
            <a:tailEnd len="sm" w="sm" type="none"/>
          </a:ln>
        </p:spPr>
      </p:cxnSp>
      <p:cxnSp>
        <p:nvCxnSpPr>
          <p:cNvPr id="334" name="Google Shape;334;p27"/>
          <p:cNvCxnSpPr/>
          <p:nvPr/>
        </p:nvCxnSpPr>
        <p:spPr>
          <a:xfrm rot="10800000">
            <a:off x="5043384" y="4106948"/>
            <a:ext cx="3684900" cy="0"/>
          </a:xfrm>
          <a:prstGeom prst="straightConnector1">
            <a:avLst/>
          </a:prstGeom>
          <a:noFill/>
          <a:ln cap="flat" cmpd="sng" w="9525">
            <a:solidFill>
              <a:schemeClr val="dk1"/>
            </a:solidFill>
            <a:prstDash val="dot"/>
            <a:round/>
            <a:headEnd len="sm" w="sm" type="none"/>
            <a:tailEnd len="sm" w="sm" type="none"/>
          </a:ln>
        </p:spPr>
      </p:cxnSp>
      <p:cxnSp>
        <p:nvCxnSpPr>
          <p:cNvPr id="335" name="Google Shape;335;p27"/>
          <p:cNvCxnSpPr/>
          <p:nvPr/>
        </p:nvCxnSpPr>
        <p:spPr>
          <a:xfrm rot="10800000">
            <a:off x="5043384" y="3813733"/>
            <a:ext cx="3684900" cy="0"/>
          </a:xfrm>
          <a:prstGeom prst="straightConnector1">
            <a:avLst/>
          </a:prstGeom>
          <a:noFill/>
          <a:ln cap="flat" cmpd="sng" w="9525">
            <a:solidFill>
              <a:schemeClr val="dk1"/>
            </a:solidFill>
            <a:prstDash val="dot"/>
            <a:round/>
            <a:headEnd len="sm" w="sm" type="none"/>
            <a:tailEnd len="sm" w="sm" type="none"/>
          </a:ln>
        </p:spPr>
      </p:cxnSp>
      <p:cxnSp>
        <p:nvCxnSpPr>
          <p:cNvPr id="336" name="Google Shape;336;p27"/>
          <p:cNvCxnSpPr/>
          <p:nvPr/>
        </p:nvCxnSpPr>
        <p:spPr>
          <a:xfrm rot="10800000">
            <a:off x="5043384" y="3521491"/>
            <a:ext cx="3684900" cy="0"/>
          </a:xfrm>
          <a:prstGeom prst="straightConnector1">
            <a:avLst/>
          </a:prstGeom>
          <a:noFill/>
          <a:ln cap="flat" cmpd="sng" w="9525">
            <a:solidFill>
              <a:schemeClr val="dk1"/>
            </a:solidFill>
            <a:prstDash val="dot"/>
            <a:round/>
            <a:headEnd len="sm" w="sm" type="none"/>
            <a:tailEnd len="sm" w="sm" type="none"/>
          </a:ln>
        </p:spPr>
      </p:cxnSp>
      <p:cxnSp>
        <p:nvCxnSpPr>
          <p:cNvPr id="337" name="Google Shape;337;p27"/>
          <p:cNvCxnSpPr/>
          <p:nvPr/>
        </p:nvCxnSpPr>
        <p:spPr>
          <a:xfrm rot="10800000">
            <a:off x="5043384" y="3228574"/>
            <a:ext cx="3684900" cy="0"/>
          </a:xfrm>
          <a:prstGeom prst="straightConnector1">
            <a:avLst/>
          </a:prstGeom>
          <a:noFill/>
          <a:ln cap="flat" cmpd="sng" w="9525">
            <a:solidFill>
              <a:schemeClr val="dk1"/>
            </a:solidFill>
            <a:prstDash val="dot"/>
            <a:round/>
            <a:headEnd len="sm" w="sm" type="none"/>
            <a:tailEnd len="sm" w="sm" type="none"/>
          </a:ln>
        </p:spPr>
      </p:cxnSp>
      <p:cxnSp>
        <p:nvCxnSpPr>
          <p:cNvPr id="338" name="Google Shape;338;p27"/>
          <p:cNvCxnSpPr/>
          <p:nvPr/>
        </p:nvCxnSpPr>
        <p:spPr>
          <a:xfrm rot="10800000">
            <a:off x="5043640" y="4602364"/>
            <a:ext cx="3684900" cy="0"/>
          </a:xfrm>
          <a:prstGeom prst="straightConnector1">
            <a:avLst/>
          </a:prstGeom>
          <a:noFill/>
          <a:ln cap="flat" cmpd="sng" w="9525">
            <a:solidFill>
              <a:schemeClr val="dk1"/>
            </a:solidFill>
            <a:prstDash val="solid"/>
            <a:round/>
            <a:headEnd len="sm" w="sm" type="none"/>
            <a:tailEnd len="sm" w="sm" type="none"/>
          </a:ln>
        </p:spPr>
      </p:cxnSp>
      <p:cxnSp>
        <p:nvCxnSpPr>
          <p:cNvPr id="339" name="Google Shape;339;p27"/>
          <p:cNvCxnSpPr/>
          <p:nvPr/>
        </p:nvCxnSpPr>
        <p:spPr>
          <a:xfrm rot="10800000">
            <a:off x="5043455" y="3022856"/>
            <a:ext cx="0" cy="1582200"/>
          </a:xfrm>
          <a:prstGeom prst="straightConnector1">
            <a:avLst/>
          </a:prstGeom>
          <a:noFill/>
          <a:ln cap="flat" cmpd="sng" w="9525">
            <a:solidFill>
              <a:schemeClr val="dk1"/>
            </a:solidFill>
            <a:prstDash val="solid"/>
            <a:round/>
            <a:headEnd len="sm" w="sm" type="none"/>
            <a:tailEnd len="sm" w="sm" type="none"/>
          </a:ln>
        </p:spPr>
      </p:cxnSp>
      <p:sp>
        <p:nvSpPr>
          <p:cNvPr id="340" name="Google Shape;340;p27"/>
          <p:cNvSpPr txBox="1"/>
          <p:nvPr>
            <p:ph idx="5" type="subTitle"/>
          </p:nvPr>
        </p:nvSpPr>
        <p:spPr>
          <a:xfrm>
            <a:off x="392000" y="4601800"/>
            <a:ext cx="9165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1" name="Google Shape;341;p27"/>
          <p:cNvSpPr txBox="1"/>
          <p:nvPr>
            <p:ph idx="6" type="subTitle"/>
          </p:nvPr>
        </p:nvSpPr>
        <p:spPr>
          <a:xfrm>
            <a:off x="1390838" y="4601800"/>
            <a:ext cx="9165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2" name="Google Shape;342;p27"/>
          <p:cNvSpPr txBox="1"/>
          <p:nvPr>
            <p:ph idx="7" type="subTitle"/>
          </p:nvPr>
        </p:nvSpPr>
        <p:spPr>
          <a:xfrm>
            <a:off x="2389500" y="4602800"/>
            <a:ext cx="903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3" name="Google Shape;343;p27"/>
          <p:cNvSpPr txBox="1"/>
          <p:nvPr>
            <p:ph idx="8" type="subTitle"/>
          </p:nvPr>
        </p:nvSpPr>
        <p:spPr>
          <a:xfrm>
            <a:off x="3388150" y="4601800"/>
            <a:ext cx="9603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4" name="Google Shape;344;p27"/>
          <p:cNvSpPr txBox="1"/>
          <p:nvPr>
            <p:ph idx="9" type="subTitle"/>
          </p:nvPr>
        </p:nvSpPr>
        <p:spPr>
          <a:xfrm>
            <a:off x="392025" y="4022425"/>
            <a:ext cx="916500" cy="579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5" name="Google Shape;345;p27"/>
          <p:cNvSpPr txBox="1"/>
          <p:nvPr>
            <p:ph idx="13" type="subTitle"/>
          </p:nvPr>
        </p:nvSpPr>
        <p:spPr>
          <a:xfrm>
            <a:off x="1391050" y="3875575"/>
            <a:ext cx="916500" cy="726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6" name="Google Shape;346;p27"/>
          <p:cNvSpPr txBox="1"/>
          <p:nvPr>
            <p:ph idx="14" type="subTitle"/>
          </p:nvPr>
        </p:nvSpPr>
        <p:spPr>
          <a:xfrm>
            <a:off x="2390200" y="3875575"/>
            <a:ext cx="916500" cy="726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7" name="Google Shape;347;p27"/>
          <p:cNvSpPr txBox="1"/>
          <p:nvPr>
            <p:ph idx="15" type="subTitle"/>
          </p:nvPr>
        </p:nvSpPr>
        <p:spPr>
          <a:xfrm>
            <a:off x="3394525" y="4022425"/>
            <a:ext cx="954000" cy="579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8" name="Google Shape;348;p27"/>
          <p:cNvSpPr txBox="1"/>
          <p:nvPr>
            <p:ph idx="16" type="subTitle"/>
          </p:nvPr>
        </p:nvSpPr>
        <p:spPr>
          <a:xfrm>
            <a:off x="227625" y="2276000"/>
            <a:ext cx="4291500" cy="525600"/>
          </a:xfrm>
          <a:prstGeom prst="rect">
            <a:avLst/>
          </a:prstGeom>
        </p:spPr>
        <p:txBody>
          <a:bodyPr anchorCtr="0" anchor="t" bIns="0" lIns="180000" spcFirstLastPara="1" rIns="180000" wrap="square" tIns="9000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p:txBody>
      </p:sp>
      <p:sp>
        <p:nvSpPr>
          <p:cNvPr id="349" name="Google Shape;349;p27"/>
          <p:cNvSpPr txBox="1"/>
          <p:nvPr>
            <p:ph idx="17" type="subTitle"/>
          </p:nvPr>
        </p:nvSpPr>
        <p:spPr>
          <a:xfrm>
            <a:off x="5401957"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0" name="Google Shape;350;p27"/>
          <p:cNvSpPr txBox="1"/>
          <p:nvPr>
            <p:ph idx="18" type="subTitle"/>
          </p:nvPr>
        </p:nvSpPr>
        <p:spPr>
          <a:xfrm>
            <a:off x="6104132"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1" name="Google Shape;351;p27"/>
          <p:cNvSpPr txBox="1"/>
          <p:nvPr>
            <p:ph idx="19" type="subTitle"/>
          </p:nvPr>
        </p:nvSpPr>
        <p:spPr>
          <a:xfrm>
            <a:off x="6811663"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27"/>
          <p:cNvSpPr txBox="1"/>
          <p:nvPr>
            <p:ph idx="20" type="subTitle"/>
          </p:nvPr>
        </p:nvSpPr>
        <p:spPr>
          <a:xfrm>
            <a:off x="8220182"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3" name="Google Shape;353;p27"/>
          <p:cNvSpPr txBox="1"/>
          <p:nvPr>
            <p:ph idx="21" type="subTitle"/>
          </p:nvPr>
        </p:nvSpPr>
        <p:spPr>
          <a:xfrm>
            <a:off x="7516525"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4" name="Google Shape;354;p27"/>
          <p:cNvSpPr txBox="1"/>
          <p:nvPr>
            <p:ph idx="22" type="subTitle"/>
          </p:nvPr>
        </p:nvSpPr>
        <p:spPr>
          <a:xfrm>
            <a:off x="4695907" y="405935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5" name="Google Shape;355;p27"/>
          <p:cNvSpPr txBox="1"/>
          <p:nvPr>
            <p:ph idx="23" type="subTitle"/>
          </p:nvPr>
        </p:nvSpPr>
        <p:spPr>
          <a:xfrm>
            <a:off x="4695907" y="4358875"/>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27"/>
          <p:cNvSpPr txBox="1"/>
          <p:nvPr>
            <p:ph idx="24" type="subTitle"/>
          </p:nvPr>
        </p:nvSpPr>
        <p:spPr>
          <a:xfrm>
            <a:off x="4695907" y="347470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7" name="Google Shape;357;p27"/>
          <p:cNvSpPr txBox="1"/>
          <p:nvPr>
            <p:ph idx="25" type="subTitle"/>
          </p:nvPr>
        </p:nvSpPr>
        <p:spPr>
          <a:xfrm>
            <a:off x="4695907" y="377785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8" name="Google Shape;358;p27"/>
          <p:cNvSpPr txBox="1"/>
          <p:nvPr>
            <p:ph idx="26" type="subTitle"/>
          </p:nvPr>
        </p:nvSpPr>
        <p:spPr>
          <a:xfrm>
            <a:off x="4695907" y="3181775"/>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9" name="Google Shape;359;p27"/>
          <p:cNvSpPr txBox="1"/>
          <p:nvPr>
            <p:ph idx="27" type="title"/>
          </p:nvPr>
        </p:nvSpPr>
        <p:spPr>
          <a:xfrm>
            <a:off x="593775" y="707062"/>
            <a:ext cx="7196400" cy="615900"/>
          </a:xfrm>
          <a:prstGeom prst="rect">
            <a:avLst/>
          </a:prstGeom>
        </p:spPr>
        <p:txBody>
          <a:bodyPr anchorCtr="0" anchor="t" bIns="91425" lIns="0" spcFirstLastPara="1" rIns="0" wrap="square" tIns="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s 2">
  <p:cSld name="CUSTOM_7_1_1_1_1_1_1_1_1_1_1_1_1_1_1_1_1_9">
    <p:spTree>
      <p:nvGrpSpPr>
        <p:cNvPr id="360" name="Shape 360"/>
        <p:cNvGrpSpPr/>
        <p:nvPr/>
      </p:nvGrpSpPr>
      <p:grpSpPr>
        <a:xfrm>
          <a:off x="0" y="0"/>
          <a:ext cx="0" cy="0"/>
          <a:chOff x="0" y="0"/>
          <a:chExt cx="0" cy="0"/>
        </a:xfrm>
      </p:grpSpPr>
      <p:sp>
        <p:nvSpPr>
          <p:cNvPr id="361" name="Google Shape;361;p28"/>
          <p:cNvSpPr txBox="1"/>
          <p:nvPr>
            <p:ph type="title"/>
          </p:nvPr>
        </p:nvSpPr>
        <p:spPr>
          <a:xfrm>
            <a:off x="2121700"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62" name="Google Shape;362;p28"/>
          <p:cNvSpPr txBox="1"/>
          <p:nvPr>
            <p:ph idx="2" type="title"/>
          </p:nvPr>
        </p:nvSpPr>
        <p:spPr>
          <a:xfrm>
            <a:off x="389922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63" name="Google Shape;363;p28"/>
          <p:cNvSpPr txBox="1"/>
          <p:nvPr>
            <p:ph idx="3" type="title"/>
          </p:nvPr>
        </p:nvSpPr>
        <p:spPr>
          <a:xfrm>
            <a:off x="567647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64" name="Google Shape;364;p28"/>
          <p:cNvSpPr txBox="1"/>
          <p:nvPr>
            <p:ph idx="4" type="title"/>
          </p:nvPr>
        </p:nvSpPr>
        <p:spPr>
          <a:xfrm>
            <a:off x="745372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65" name="Google Shape;365;p28"/>
          <p:cNvSpPr txBox="1"/>
          <p:nvPr>
            <p:ph idx="5" type="title"/>
          </p:nvPr>
        </p:nvSpPr>
        <p:spPr>
          <a:xfrm>
            <a:off x="34197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66" name="Google Shape;366;p28"/>
          <p:cNvSpPr txBox="1"/>
          <p:nvPr>
            <p:ph idx="6" type="title"/>
          </p:nvPr>
        </p:nvSpPr>
        <p:spPr>
          <a:xfrm>
            <a:off x="2184250"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67" name="Google Shape;367;p28"/>
          <p:cNvSpPr txBox="1"/>
          <p:nvPr>
            <p:ph idx="7" type="title"/>
          </p:nvPr>
        </p:nvSpPr>
        <p:spPr>
          <a:xfrm>
            <a:off x="3962263"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68" name="Google Shape;368;p28"/>
          <p:cNvSpPr txBox="1"/>
          <p:nvPr>
            <p:ph idx="8" type="title"/>
          </p:nvPr>
        </p:nvSpPr>
        <p:spPr>
          <a:xfrm>
            <a:off x="406525"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69" name="Google Shape;369;p28"/>
          <p:cNvSpPr txBox="1"/>
          <p:nvPr>
            <p:ph idx="9" type="title"/>
          </p:nvPr>
        </p:nvSpPr>
        <p:spPr>
          <a:xfrm>
            <a:off x="5729600"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70" name="Google Shape;370;p28"/>
          <p:cNvSpPr txBox="1"/>
          <p:nvPr>
            <p:ph idx="13" type="title"/>
          </p:nvPr>
        </p:nvSpPr>
        <p:spPr>
          <a:xfrm>
            <a:off x="7518138"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71" name="Google Shape;371;p28"/>
          <p:cNvSpPr txBox="1"/>
          <p:nvPr>
            <p:ph idx="1" type="body"/>
          </p:nvPr>
        </p:nvSpPr>
        <p:spPr>
          <a:xfrm>
            <a:off x="223881" y="331850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2" name="Google Shape;372;p28"/>
          <p:cNvSpPr txBox="1"/>
          <p:nvPr>
            <p:ph idx="14" type="body"/>
          </p:nvPr>
        </p:nvSpPr>
        <p:spPr>
          <a:xfrm>
            <a:off x="2004019" y="331640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3" name="Google Shape;373;p28"/>
          <p:cNvSpPr txBox="1"/>
          <p:nvPr>
            <p:ph idx="15" type="body"/>
          </p:nvPr>
        </p:nvSpPr>
        <p:spPr>
          <a:xfrm>
            <a:off x="3781781" y="33174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4" name="Google Shape;374;p28"/>
          <p:cNvSpPr txBox="1"/>
          <p:nvPr>
            <p:ph idx="16" type="body"/>
          </p:nvPr>
        </p:nvSpPr>
        <p:spPr>
          <a:xfrm>
            <a:off x="5559956" y="33153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5" name="Google Shape;375;p28"/>
          <p:cNvSpPr txBox="1"/>
          <p:nvPr>
            <p:ph idx="17" type="body"/>
          </p:nvPr>
        </p:nvSpPr>
        <p:spPr>
          <a:xfrm>
            <a:off x="7341056" y="33153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6" name="Google Shape;376;p28"/>
          <p:cNvSpPr txBox="1"/>
          <p:nvPr>
            <p:ph idx="18" type="body"/>
          </p:nvPr>
        </p:nvSpPr>
        <p:spPr>
          <a:xfrm>
            <a:off x="223881"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7" name="Google Shape;377;p28"/>
          <p:cNvSpPr txBox="1"/>
          <p:nvPr>
            <p:ph idx="19" type="body"/>
          </p:nvPr>
        </p:nvSpPr>
        <p:spPr>
          <a:xfrm>
            <a:off x="2004019"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8" name="Google Shape;378;p28"/>
          <p:cNvSpPr txBox="1"/>
          <p:nvPr>
            <p:ph idx="20" type="body"/>
          </p:nvPr>
        </p:nvSpPr>
        <p:spPr>
          <a:xfrm>
            <a:off x="3781781"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9" name="Google Shape;379;p28"/>
          <p:cNvSpPr txBox="1"/>
          <p:nvPr>
            <p:ph idx="21" type="body"/>
          </p:nvPr>
        </p:nvSpPr>
        <p:spPr>
          <a:xfrm>
            <a:off x="5559956"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0" name="Google Shape;380;p28"/>
          <p:cNvSpPr txBox="1"/>
          <p:nvPr>
            <p:ph idx="22" type="body"/>
          </p:nvPr>
        </p:nvSpPr>
        <p:spPr>
          <a:xfrm>
            <a:off x="7341056"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1" name="Google Shape;381;p28"/>
          <p:cNvSpPr txBox="1"/>
          <p:nvPr>
            <p:ph idx="23" type="title"/>
          </p:nvPr>
        </p:nvSpPr>
        <p:spPr>
          <a:xfrm>
            <a:off x="3782413" y="19250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82" name="Google Shape;382;p28"/>
          <p:cNvSpPr txBox="1"/>
          <p:nvPr>
            <p:ph idx="24" type="title"/>
          </p:nvPr>
        </p:nvSpPr>
        <p:spPr>
          <a:xfrm>
            <a:off x="2004613" y="192401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83" name="Google Shape;383;p28"/>
          <p:cNvSpPr txBox="1"/>
          <p:nvPr>
            <p:ph idx="25" type="title"/>
          </p:nvPr>
        </p:nvSpPr>
        <p:spPr>
          <a:xfrm>
            <a:off x="227650" y="192611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84" name="Google Shape;384;p28"/>
          <p:cNvSpPr txBox="1"/>
          <p:nvPr>
            <p:ph idx="26" type="title"/>
          </p:nvPr>
        </p:nvSpPr>
        <p:spPr>
          <a:xfrm>
            <a:off x="7340875" y="19229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85" name="Google Shape;385;p28"/>
          <p:cNvSpPr txBox="1"/>
          <p:nvPr>
            <p:ph idx="27" type="title"/>
          </p:nvPr>
        </p:nvSpPr>
        <p:spPr>
          <a:xfrm>
            <a:off x="5559375" y="19229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86" name="Google Shape;386;p28"/>
          <p:cNvSpPr txBox="1"/>
          <p:nvPr>
            <p:ph idx="28"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87" name="Google Shape;387;p28"/>
          <p:cNvSpPr txBox="1"/>
          <p:nvPr>
            <p:ph idx="29" type="body"/>
          </p:nvPr>
        </p:nvSpPr>
        <p:spPr>
          <a:xfrm>
            <a:off x="223881" y="249041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8" name="Google Shape;388;p28"/>
          <p:cNvSpPr txBox="1"/>
          <p:nvPr>
            <p:ph idx="30" type="body"/>
          </p:nvPr>
        </p:nvSpPr>
        <p:spPr>
          <a:xfrm>
            <a:off x="2004019" y="248831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9" name="Google Shape;389;p28"/>
          <p:cNvSpPr txBox="1"/>
          <p:nvPr>
            <p:ph idx="31" type="body"/>
          </p:nvPr>
        </p:nvSpPr>
        <p:spPr>
          <a:xfrm>
            <a:off x="3781781" y="24893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0" name="Google Shape;390;p28"/>
          <p:cNvSpPr txBox="1"/>
          <p:nvPr>
            <p:ph idx="32" type="body"/>
          </p:nvPr>
        </p:nvSpPr>
        <p:spPr>
          <a:xfrm>
            <a:off x="5559956" y="24872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1" name="Google Shape;391;p28"/>
          <p:cNvSpPr txBox="1"/>
          <p:nvPr>
            <p:ph idx="33" type="body"/>
          </p:nvPr>
        </p:nvSpPr>
        <p:spPr>
          <a:xfrm>
            <a:off x="7341056" y="24872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1">
  <p:cSld name="CUSTOM_7_1_1_1_1_1_1_1_1_1_1_1_1_1_1_1_1_7">
    <p:spTree>
      <p:nvGrpSpPr>
        <p:cNvPr id="392" name="Shape 392"/>
        <p:cNvGrpSpPr/>
        <p:nvPr/>
      </p:nvGrpSpPr>
      <p:grpSpPr>
        <a:xfrm>
          <a:off x="0" y="0"/>
          <a:ext cx="0" cy="0"/>
          <a:chOff x="0" y="0"/>
          <a:chExt cx="0" cy="0"/>
        </a:xfrm>
      </p:grpSpPr>
      <p:sp>
        <p:nvSpPr>
          <p:cNvPr id="393" name="Google Shape;393;p29"/>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94" name="Google Shape;394;p29"/>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cxnSp>
        <p:nvCxnSpPr>
          <p:cNvPr id="395" name="Google Shape;395;p29"/>
          <p:cNvCxnSpPr/>
          <p:nvPr/>
        </p:nvCxnSpPr>
        <p:spPr>
          <a:xfrm rot="10800000">
            <a:off x="1721971"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96" name="Google Shape;396;p29"/>
          <p:cNvCxnSpPr/>
          <p:nvPr/>
        </p:nvCxnSpPr>
        <p:spPr>
          <a:xfrm rot="10800000">
            <a:off x="3185875" y="1321065"/>
            <a:ext cx="0" cy="3222900"/>
          </a:xfrm>
          <a:prstGeom prst="straightConnector1">
            <a:avLst/>
          </a:prstGeom>
          <a:noFill/>
          <a:ln cap="flat" cmpd="sng" w="9525">
            <a:solidFill>
              <a:schemeClr val="dk1"/>
            </a:solidFill>
            <a:prstDash val="dot"/>
            <a:round/>
            <a:headEnd len="sm" w="sm" type="none"/>
            <a:tailEnd len="sm" w="sm" type="none"/>
          </a:ln>
        </p:spPr>
      </p:cxnSp>
      <p:cxnSp>
        <p:nvCxnSpPr>
          <p:cNvPr id="397" name="Google Shape;397;p29"/>
          <p:cNvCxnSpPr/>
          <p:nvPr/>
        </p:nvCxnSpPr>
        <p:spPr>
          <a:xfrm rot="10800000">
            <a:off x="4620526"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98" name="Google Shape;398;p29"/>
          <p:cNvCxnSpPr/>
          <p:nvPr/>
        </p:nvCxnSpPr>
        <p:spPr>
          <a:xfrm rot="10800000">
            <a:off x="6053808"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99" name="Google Shape;399;p29"/>
          <p:cNvCxnSpPr/>
          <p:nvPr/>
        </p:nvCxnSpPr>
        <p:spPr>
          <a:xfrm rot="10800000">
            <a:off x="7487809" y="1321073"/>
            <a:ext cx="0" cy="3222900"/>
          </a:xfrm>
          <a:prstGeom prst="straightConnector1">
            <a:avLst/>
          </a:prstGeom>
          <a:noFill/>
          <a:ln cap="flat" cmpd="sng" w="9525">
            <a:solidFill>
              <a:schemeClr val="dk1"/>
            </a:solidFill>
            <a:prstDash val="dot"/>
            <a:round/>
            <a:headEnd len="sm" w="sm" type="none"/>
            <a:tailEnd len="sm" w="sm" type="none"/>
          </a:ln>
        </p:spPr>
      </p:cxnSp>
      <p:cxnSp>
        <p:nvCxnSpPr>
          <p:cNvPr id="400" name="Google Shape;400;p29"/>
          <p:cNvCxnSpPr/>
          <p:nvPr/>
        </p:nvCxnSpPr>
        <p:spPr>
          <a:xfrm rot="10800000">
            <a:off x="997162" y="4125842"/>
            <a:ext cx="7531800" cy="0"/>
          </a:xfrm>
          <a:prstGeom prst="straightConnector1">
            <a:avLst/>
          </a:prstGeom>
          <a:noFill/>
          <a:ln cap="flat" cmpd="sng" w="9525">
            <a:solidFill>
              <a:schemeClr val="dk1"/>
            </a:solidFill>
            <a:prstDash val="dot"/>
            <a:round/>
            <a:headEnd len="sm" w="sm" type="none"/>
            <a:tailEnd len="sm" w="sm" type="none"/>
          </a:ln>
        </p:spPr>
      </p:cxnSp>
      <p:cxnSp>
        <p:nvCxnSpPr>
          <p:cNvPr id="401" name="Google Shape;401;p29"/>
          <p:cNvCxnSpPr/>
          <p:nvPr/>
        </p:nvCxnSpPr>
        <p:spPr>
          <a:xfrm rot="10800000">
            <a:off x="997162" y="3532492"/>
            <a:ext cx="7531800" cy="0"/>
          </a:xfrm>
          <a:prstGeom prst="straightConnector1">
            <a:avLst/>
          </a:prstGeom>
          <a:noFill/>
          <a:ln cap="flat" cmpd="sng" w="9525">
            <a:solidFill>
              <a:schemeClr val="dk1"/>
            </a:solidFill>
            <a:prstDash val="dot"/>
            <a:round/>
            <a:headEnd len="sm" w="sm" type="none"/>
            <a:tailEnd len="sm" w="sm" type="none"/>
          </a:ln>
        </p:spPr>
      </p:cxnSp>
      <p:cxnSp>
        <p:nvCxnSpPr>
          <p:cNvPr id="402" name="Google Shape;402;p29"/>
          <p:cNvCxnSpPr/>
          <p:nvPr/>
        </p:nvCxnSpPr>
        <p:spPr>
          <a:xfrm rot="10800000">
            <a:off x="997162" y="2933172"/>
            <a:ext cx="7531800" cy="0"/>
          </a:xfrm>
          <a:prstGeom prst="straightConnector1">
            <a:avLst/>
          </a:prstGeom>
          <a:noFill/>
          <a:ln cap="flat" cmpd="sng" w="9525">
            <a:solidFill>
              <a:schemeClr val="dk1"/>
            </a:solidFill>
            <a:prstDash val="dot"/>
            <a:round/>
            <a:headEnd len="sm" w="sm" type="none"/>
            <a:tailEnd len="sm" w="sm" type="none"/>
          </a:ln>
        </p:spPr>
      </p:cxnSp>
      <p:cxnSp>
        <p:nvCxnSpPr>
          <p:cNvPr id="403" name="Google Shape;403;p29"/>
          <p:cNvCxnSpPr/>
          <p:nvPr/>
        </p:nvCxnSpPr>
        <p:spPr>
          <a:xfrm rot="10800000">
            <a:off x="997162" y="2335841"/>
            <a:ext cx="7531800" cy="0"/>
          </a:xfrm>
          <a:prstGeom prst="straightConnector1">
            <a:avLst/>
          </a:prstGeom>
          <a:noFill/>
          <a:ln cap="flat" cmpd="sng" w="9525">
            <a:solidFill>
              <a:schemeClr val="dk1"/>
            </a:solidFill>
            <a:prstDash val="dot"/>
            <a:round/>
            <a:headEnd len="sm" w="sm" type="none"/>
            <a:tailEnd len="sm" w="sm" type="none"/>
          </a:ln>
        </p:spPr>
      </p:cxnSp>
      <p:cxnSp>
        <p:nvCxnSpPr>
          <p:cNvPr id="404" name="Google Shape;404;p29"/>
          <p:cNvCxnSpPr/>
          <p:nvPr/>
        </p:nvCxnSpPr>
        <p:spPr>
          <a:xfrm rot="10800000">
            <a:off x="997162" y="1737130"/>
            <a:ext cx="7531800" cy="0"/>
          </a:xfrm>
          <a:prstGeom prst="straightConnector1">
            <a:avLst/>
          </a:prstGeom>
          <a:noFill/>
          <a:ln cap="flat" cmpd="sng" w="9525">
            <a:solidFill>
              <a:schemeClr val="dk1"/>
            </a:solidFill>
            <a:prstDash val="dot"/>
            <a:round/>
            <a:headEnd len="sm" w="sm" type="none"/>
            <a:tailEnd len="sm" w="sm" type="none"/>
          </a:ln>
        </p:spPr>
      </p:cxnSp>
      <p:cxnSp>
        <p:nvCxnSpPr>
          <p:cNvPr id="405" name="Google Shape;405;p29"/>
          <p:cNvCxnSpPr/>
          <p:nvPr/>
        </p:nvCxnSpPr>
        <p:spPr>
          <a:xfrm rot="10800000">
            <a:off x="997686" y="4545103"/>
            <a:ext cx="7531800" cy="0"/>
          </a:xfrm>
          <a:prstGeom prst="straightConnector1">
            <a:avLst/>
          </a:prstGeom>
          <a:noFill/>
          <a:ln cap="flat" cmpd="sng" w="9525">
            <a:solidFill>
              <a:schemeClr val="dk1"/>
            </a:solidFill>
            <a:prstDash val="solid"/>
            <a:round/>
            <a:headEnd len="sm" w="sm" type="none"/>
            <a:tailEnd len="sm" w="sm" type="none"/>
          </a:ln>
        </p:spPr>
      </p:cxnSp>
      <p:cxnSp>
        <p:nvCxnSpPr>
          <p:cNvPr id="406" name="Google Shape;406;p29"/>
          <p:cNvCxnSpPr/>
          <p:nvPr/>
        </p:nvCxnSpPr>
        <p:spPr>
          <a:xfrm rot="10800000">
            <a:off x="997311" y="1316605"/>
            <a:ext cx="0" cy="3234000"/>
          </a:xfrm>
          <a:prstGeom prst="straightConnector1">
            <a:avLst/>
          </a:prstGeom>
          <a:noFill/>
          <a:ln cap="flat" cmpd="sng" w="9525">
            <a:solidFill>
              <a:schemeClr val="dk1"/>
            </a:solidFill>
            <a:prstDash val="solid"/>
            <a:round/>
            <a:headEnd len="sm" w="sm" type="none"/>
            <a:tailEnd len="sm" w="sm" type="none"/>
          </a:ln>
        </p:spPr>
      </p:cxnSp>
      <p:sp>
        <p:nvSpPr>
          <p:cNvPr id="407" name="Google Shape;407;p29"/>
          <p:cNvSpPr txBox="1"/>
          <p:nvPr>
            <p:ph idx="2" type="subTitle"/>
          </p:nvPr>
        </p:nvSpPr>
        <p:spPr>
          <a:xfrm>
            <a:off x="1730075"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08" name="Google Shape;408;p29"/>
          <p:cNvSpPr txBox="1"/>
          <p:nvPr>
            <p:ph idx="3" type="subTitle"/>
          </p:nvPr>
        </p:nvSpPr>
        <p:spPr>
          <a:xfrm>
            <a:off x="3165294"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09" name="Google Shape;409;p29"/>
          <p:cNvSpPr txBox="1"/>
          <p:nvPr>
            <p:ph idx="4" type="subTitle"/>
          </p:nvPr>
        </p:nvSpPr>
        <p:spPr>
          <a:xfrm>
            <a:off x="4611461"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0" name="Google Shape;410;p29"/>
          <p:cNvSpPr txBox="1"/>
          <p:nvPr>
            <p:ph idx="5" type="subTitle"/>
          </p:nvPr>
        </p:nvSpPr>
        <p:spPr>
          <a:xfrm>
            <a:off x="7490421"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1" name="Google Shape;411;p29"/>
          <p:cNvSpPr txBox="1"/>
          <p:nvPr>
            <p:ph idx="6" type="subTitle"/>
          </p:nvPr>
        </p:nvSpPr>
        <p:spPr>
          <a:xfrm>
            <a:off x="6052173"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2" name="Google Shape;412;p29"/>
          <p:cNvSpPr txBox="1"/>
          <p:nvPr>
            <p:ph idx="7" type="subTitle"/>
          </p:nvPr>
        </p:nvSpPr>
        <p:spPr>
          <a:xfrm>
            <a:off x="286936" y="3435204"/>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3" name="Google Shape;413;p29"/>
          <p:cNvSpPr txBox="1"/>
          <p:nvPr>
            <p:ph idx="8" type="subTitle"/>
          </p:nvPr>
        </p:nvSpPr>
        <p:spPr>
          <a:xfrm>
            <a:off x="286936" y="4047421"/>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4" name="Google Shape;414;p29"/>
          <p:cNvSpPr txBox="1"/>
          <p:nvPr>
            <p:ph idx="9" type="subTitle"/>
          </p:nvPr>
        </p:nvSpPr>
        <p:spPr>
          <a:xfrm>
            <a:off x="286936" y="2240202"/>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5" name="Google Shape;415;p29"/>
          <p:cNvSpPr txBox="1"/>
          <p:nvPr>
            <p:ph idx="13" type="subTitle"/>
          </p:nvPr>
        </p:nvSpPr>
        <p:spPr>
          <a:xfrm>
            <a:off x="286936" y="2859829"/>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6" name="Google Shape;416;p29"/>
          <p:cNvSpPr txBox="1"/>
          <p:nvPr>
            <p:ph idx="14" type="subTitle"/>
          </p:nvPr>
        </p:nvSpPr>
        <p:spPr>
          <a:xfrm>
            <a:off x="286936" y="1641475"/>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2">
  <p:cSld name="CUSTOM_7_1_1_1_1_1_1_1_1_1_1_1_1_1_1_1_1_8">
    <p:bg>
      <p:bgPr>
        <a:solidFill>
          <a:schemeClr val="dk2"/>
        </a:solidFill>
      </p:bgPr>
    </p:bg>
    <p:spTree>
      <p:nvGrpSpPr>
        <p:cNvPr id="417" name="Shape 417"/>
        <p:cNvGrpSpPr/>
        <p:nvPr/>
      </p:nvGrpSpPr>
      <p:grpSpPr>
        <a:xfrm>
          <a:off x="0" y="0"/>
          <a:ext cx="0" cy="0"/>
          <a:chOff x="0" y="0"/>
          <a:chExt cx="0" cy="0"/>
        </a:xfrm>
      </p:grpSpPr>
      <p:sp>
        <p:nvSpPr>
          <p:cNvPr id="418" name="Google Shape;418;p30"/>
          <p:cNvSpPr txBox="1"/>
          <p:nvPr>
            <p:ph idx="1" type="body"/>
          </p:nvPr>
        </p:nvSpPr>
        <p:spPr>
          <a:xfrm>
            <a:off x="683262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19" name="Google Shape;419;p30"/>
          <p:cNvSpPr txBox="1"/>
          <p:nvPr>
            <p:ph idx="2" type="body"/>
          </p:nvPr>
        </p:nvSpPr>
        <p:spPr>
          <a:xfrm>
            <a:off x="461957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0" name="Google Shape;420;p30"/>
          <p:cNvSpPr txBox="1"/>
          <p:nvPr>
            <p:ph idx="3" type="body"/>
          </p:nvPr>
        </p:nvSpPr>
        <p:spPr>
          <a:xfrm>
            <a:off x="240652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1" name="Google Shape;421;p30"/>
          <p:cNvSpPr txBox="1"/>
          <p:nvPr>
            <p:ph idx="4" type="body"/>
          </p:nvPr>
        </p:nvSpPr>
        <p:spPr>
          <a:xfrm>
            <a:off x="19347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2" name="Google Shape;422;p30"/>
          <p:cNvSpPr txBox="1"/>
          <p:nvPr>
            <p:ph idx="5" type="body"/>
          </p:nvPr>
        </p:nvSpPr>
        <p:spPr>
          <a:xfrm>
            <a:off x="683137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3" name="Google Shape;423;p30"/>
          <p:cNvSpPr txBox="1"/>
          <p:nvPr>
            <p:ph idx="6" type="body"/>
          </p:nvPr>
        </p:nvSpPr>
        <p:spPr>
          <a:xfrm>
            <a:off x="461832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4" name="Google Shape;424;p30"/>
          <p:cNvSpPr txBox="1"/>
          <p:nvPr>
            <p:ph idx="7" type="body"/>
          </p:nvPr>
        </p:nvSpPr>
        <p:spPr>
          <a:xfrm>
            <a:off x="240527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5" name="Google Shape;425;p30"/>
          <p:cNvSpPr txBox="1"/>
          <p:nvPr>
            <p:ph idx="8" type="body"/>
          </p:nvPr>
        </p:nvSpPr>
        <p:spPr>
          <a:xfrm>
            <a:off x="19222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6" name="Google Shape;426;p30"/>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427" name="Google Shape;427;p30"/>
          <p:cNvSpPr txBox="1"/>
          <p:nvPr>
            <p:ph idx="9"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28" name="Google Shape;428;p30"/>
          <p:cNvSpPr txBox="1"/>
          <p:nvPr>
            <p:ph idx="13" type="title"/>
          </p:nvPr>
        </p:nvSpPr>
        <p:spPr>
          <a:xfrm>
            <a:off x="6996850"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29" name="Google Shape;429;p30"/>
          <p:cNvSpPr txBox="1"/>
          <p:nvPr>
            <p:ph idx="14" type="title"/>
          </p:nvPr>
        </p:nvSpPr>
        <p:spPr>
          <a:xfrm>
            <a:off x="4783238"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30" name="Google Shape;430;p30"/>
          <p:cNvSpPr txBox="1"/>
          <p:nvPr>
            <p:ph idx="15" type="title"/>
          </p:nvPr>
        </p:nvSpPr>
        <p:spPr>
          <a:xfrm>
            <a:off x="2546913"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31" name="Google Shape;431;p30"/>
          <p:cNvSpPr txBox="1"/>
          <p:nvPr>
            <p:ph idx="16" type="title"/>
          </p:nvPr>
        </p:nvSpPr>
        <p:spPr>
          <a:xfrm>
            <a:off x="355638" y="1365769"/>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32" name="Google Shape;432;p30"/>
          <p:cNvSpPr txBox="1"/>
          <p:nvPr>
            <p:ph idx="17" type="title"/>
          </p:nvPr>
        </p:nvSpPr>
        <p:spPr>
          <a:xfrm>
            <a:off x="7002200"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33" name="Google Shape;433;p30"/>
          <p:cNvSpPr txBox="1"/>
          <p:nvPr>
            <p:ph idx="18" type="title"/>
          </p:nvPr>
        </p:nvSpPr>
        <p:spPr>
          <a:xfrm>
            <a:off x="4788588"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34" name="Google Shape;434;p30"/>
          <p:cNvSpPr txBox="1"/>
          <p:nvPr>
            <p:ph idx="19" type="title"/>
          </p:nvPr>
        </p:nvSpPr>
        <p:spPr>
          <a:xfrm>
            <a:off x="2552263"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35" name="Google Shape;435;p30"/>
          <p:cNvSpPr txBox="1"/>
          <p:nvPr>
            <p:ph idx="20" type="title"/>
          </p:nvPr>
        </p:nvSpPr>
        <p:spPr>
          <a:xfrm>
            <a:off x="360988" y="3164319"/>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3">
  <p:cSld name="CUSTOM_7_1_1_1_1_1_1_1_1_1_1_1_1_1_1_1_1_7_1">
    <p:spTree>
      <p:nvGrpSpPr>
        <p:cNvPr id="436" name="Shape 436"/>
        <p:cNvGrpSpPr/>
        <p:nvPr/>
      </p:nvGrpSpPr>
      <p:grpSpPr>
        <a:xfrm>
          <a:off x="0" y="0"/>
          <a:ext cx="0" cy="0"/>
          <a:chOff x="0" y="0"/>
          <a:chExt cx="0" cy="0"/>
        </a:xfrm>
      </p:grpSpPr>
      <p:sp>
        <p:nvSpPr>
          <p:cNvPr id="437" name="Google Shape;437;p31"/>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38" name="Google Shape;438;p31"/>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439" name="Google Shape;439;p31"/>
          <p:cNvSpPr txBox="1"/>
          <p:nvPr>
            <p:ph idx="2" type="subTitle"/>
          </p:nvPr>
        </p:nvSpPr>
        <p:spPr>
          <a:xfrm>
            <a:off x="193100" y="3780025"/>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31"/>
          <p:cNvSpPr txBox="1"/>
          <p:nvPr>
            <p:ph idx="3" type="subTitle"/>
          </p:nvPr>
        </p:nvSpPr>
        <p:spPr>
          <a:xfrm>
            <a:off x="1852425" y="4067625"/>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41" name="Google Shape;441;p31"/>
          <p:cNvSpPr txBox="1"/>
          <p:nvPr>
            <p:ph idx="4" type="subTitle"/>
          </p:nvPr>
        </p:nvSpPr>
        <p:spPr>
          <a:xfrm>
            <a:off x="193100" y="2519863"/>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2" name="Google Shape;442;p31"/>
          <p:cNvSpPr txBox="1"/>
          <p:nvPr>
            <p:ph idx="5" type="subTitle"/>
          </p:nvPr>
        </p:nvSpPr>
        <p:spPr>
          <a:xfrm>
            <a:off x="1852425" y="2807463"/>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43" name="Google Shape;443;p31"/>
          <p:cNvSpPr txBox="1"/>
          <p:nvPr>
            <p:ph idx="6" type="subTitle"/>
          </p:nvPr>
        </p:nvSpPr>
        <p:spPr>
          <a:xfrm>
            <a:off x="219077" y="1259725"/>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4" name="Google Shape;444;p31"/>
          <p:cNvSpPr txBox="1"/>
          <p:nvPr>
            <p:ph idx="7" type="subTitle"/>
          </p:nvPr>
        </p:nvSpPr>
        <p:spPr>
          <a:xfrm>
            <a:off x="1852425" y="1547325"/>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45" name="Google Shape;445;p31"/>
          <p:cNvSpPr txBox="1"/>
          <p:nvPr>
            <p:ph idx="8" type="body"/>
          </p:nvPr>
        </p:nvSpPr>
        <p:spPr>
          <a:xfrm>
            <a:off x="189973" y="4665450"/>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6" name="Google Shape;446;p31"/>
          <p:cNvSpPr txBox="1"/>
          <p:nvPr>
            <p:ph idx="9" type="body"/>
          </p:nvPr>
        </p:nvSpPr>
        <p:spPr>
          <a:xfrm>
            <a:off x="189973" y="3405288"/>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7" name="Google Shape;447;p31"/>
          <p:cNvSpPr txBox="1"/>
          <p:nvPr>
            <p:ph idx="13" type="body"/>
          </p:nvPr>
        </p:nvSpPr>
        <p:spPr>
          <a:xfrm>
            <a:off x="199273" y="2145150"/>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4">
  <p:cSld name="CUSTOM_7_1_1_1_1_1_1_1_1_1_1_1_1_1_1_1_1_7_2">
    <p:spTree>
      <p:nvGrpSpPr>
        <p:cNvPr id="448" name="Shape 448"/>
        <p:cNvGrpSpPr/>
        <p:nvPr/>
      </p:nvGrpSpPr>
      <p:grpSpPr>
        <a:xfrm>
          <a:off x="0" y="0"/>
          <a:ext cx="0" cy="0"/>
          <a:chOff x="0" y="0"/>
          <a:chExt cx="0" cy="0"/>
        </a:xfrm>
      </p:grpSpPr>
      <p:sp>
        <p:nvSpPr>
          <p:cNvPr id="449" name="Google Shape;449;p32"/>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50" name="Google Shape;450;p32"/>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451" name="Google Shape;451;p32"/>
          <p:cNvSpPr txBox="1"/>
          <p:nvPr>
            <p:ph idx="2" type="subTitle"/>
          </p:nvPr>
        </p:nvSpPr>
        <p:spPr>
          <a:xfrm>
            <a:off x="189375" y="4264275"/>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2" name="Google Shape;452;p32"/>
          <p:cNvSpPr txBox="1"/>
          <p:nvPr>
            <p:ph idx="3" type="subTitle"/>
          </p:nvPr>
        </p:nvSpPr>
        <p:spPr>
          <a:xfrm>
            <a:off x="190425" y="3693375"/>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3" name="Google Shape;453;p32"/>
          <p:cNvSpPr txBox="1"/>
          <p:nvPr>
            <p:ph idx="4" type="subTitle"/>
          </p:nvPr>
        </p:nvSpPr>
        <p:spPr>
          <a:xfrm>
            <a:off x="190425" y="311801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4" name="Google Shape;454;p32"/>
          <p:cNvSpPr txBox="1"/>
          <p:nvPr>
            <p:ph idx="5" type="subTitle"/>
          </p:nvPr>
        </p:nvSpPr>
        <p:spPr>
          <a:xfrm>
            <a:off x="191475" y="254711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5" name="Google Shape;455;p32"/>
          <p:cNvSpPr txBox="1"/>
          <p:nvPr>
            <p:ph idx="6" type="subTitle"/>
          </p:nvPr>
        </p:nvSpPr>
        <p:spPr>
          <a:xfrm>
            <a:off x="190950" y="197176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6" name="Google Shape;456;p32"/>
          <p:cNvSpPr txBox="1"/>
          <p:nvPr>
            <p:ph idx="7" type="subTitle"/>
          </p:nvPr>
        </p:nvSpPr>
        <p:spPr>
          <a:xfrm>
            <a:off x="192000" y="140086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7" name="Google Shape;457;p32"/>
          <p:cNvSpPr txBox="1"/>
          <p:nvPr>
            <p:ph idx="8" type="subTitle"/>
          </p:nvPr>
        </p:nvSpPr>
        <p:spPr>
          <a:xfrm>
            <a:off x="1967073" y="25501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58" name="Google Shape;458;p32"/>
          <p:cNvSpPr txBox="1"/>
          <p:nvPr>
            <p:ph idx="9" type="subTitle"/>
          </p:nvPr>
        </p:nvSpPr>
        <p:spPr>
          <a:xfrm>
            <a:off x="1967073" y="1400875"/>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59" name="Google Shape;459;p32"/>
          <p:cNvSpPr txBox="1"/>
          <p:nvPr>
            <p:ph idx="13" type="subTitle"/>
          </p:nvPr>
        </p:nvSpPr>
        <p:spPr>
          <a:xfrm>
            <a:off x="1967073" y="1971775"/>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0" name="Google Shape;460;p32"/>
          <p:cNvSpPr txBox="1"/>
          <p:nvPr>
            <p:ph idx="14" type="subTitle"/>
          </p:nvPr>
        </p:nvSpPr>
        <p:spPr>
          <a:xfrm>
            <a:off x="1967073" y="31210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1" name="Google Shape;461;p32"/>
          <p:cNvSpPr txBox="1"/>
          <p:nvPr>
            <p:ph idx="15" type="subTitle"/>
          </p:nvPr>
        </p:nvSpPr>
        <p:spPr>
          <a:xfrm>
            <a:off x="1967073" y="42628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2" name="Google Shape;462;p32"/>
          <p:cNvSpPr txBox="1"/>
          <p:nvPr>
            <p:ph idx="16" type="subTitle"/>
          </p:nvPr>
        </p:nvSpPr>
        <p:spPr>
          <a:xfrm>
            <a:off x="1967073" y="36919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3" name="Google Shape;463;p32"/>
          <p:cNvSpPr txBox="1"/>
          <p:nvPr>
            <p:ph idx="17" type="body"/>
          </p:nvPr>
        </p:nvSpPr>
        <p:spPr>
          <a:xfrm>
            <a:off x="3741773" y="1973250"/>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4" name="Google Shape;464;p32"/>
          <p:cNvSpPr txBox="1"/>
          <p:nvPr>
            <p:ph idx="18" type="body"/>
          </p:nvPr>
        </p:nvSpPr>
        <p:spPr>
          <a:xfrm>
            <a:off x="3741773" y="25515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5" name="Google Shape;465;p32"/>
          <p:cNvSpPr txBox="1"/>
          <p:nvPr>
            <p:ph idx="19" type="body"/>
          </p:nvPr>
        </p:nvSpPr>
        <p:spPr>
          <a:xfrm>
            <a:off x="3741773" y="31224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6" name="Google Shape;466;p32"/>
          <p:cNvSpPr txBox="1"/>
          <p:nvPr>
            <p:ph idx="20" type="body"/>
          </p:nvPr>
        </p:nvSpPr>
        <p:spPr>
          <a:xfrm>
            <a:off x="3741773" y="36933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7" name="Google Shape;467;p32"/>
          <p:cNvSpPr txBox="1"/>
          <p:nvPr>
            <p:ph idx="21" type="body"/>
          </p:nvPr>
        </p:nvSpPr>
        <p:spPr>
          <a:xfrm>
            <a:off x="3741773" y="42642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8" name="Google Shape;468;p32"/>
          <p:cNvSpPr txBox="1"/>
          <p:nvPr>
            <p:ph idx="22" type="body"/>
          </p:nvPr>
        </p:nvSpPr>
        <p:spPr>
          <a:xfrm>
            <a:off x="3741773" y="1402350"/>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2">
  <p:cSld name="CUSTOM_1_1_1_1">
    <p:spTree>
      <p:nvGrpSpPr>
        <p:cNvPr id="469" name="Shape 469"/>
        <p:cNvGrpSpPr/>
        <p:nvPr/>
      </p:nvGrpSpPr>
      <p:grpSpPr>
        <a:xfrm>
          <a:off x="0" y="0"/>
          <a:ext cx="0" cy="0"/>
          <a:chOff x="0" y="0"/>
          <a:chExt cx="0" cy="0"/>
        </a:xfrm>
      </p:grpSpPr>
      <p:sp>
        <p:nvSpPr>
          <p:cNvPr id="470" name="Google Shape;470;p33"/>
          <p:cNvSpPr/>
          <p:nvPr/>
        </p:nvSpPr>
        <p:spPr>
          <a:xfrm>
            <a:off x="-2450" y="486600"/>
            <a:ext cx="9144000" cy="465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71" name="Google Shape;471;p33"/>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72" name="Google Shape;472;p33"/>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73" name="Google Shape;473;p33"/>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74" name="Google Shape;474;p33"/>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475" name="Google Shape;475;p33"/>
          <p:cNvSpPr txBox="1"/>
          <p:nvPr>
            <p:ph idx="4" type="subTitle"/>
          </p:nvPr>
        </p:nvSpPr>
        <p:spPr>
          <a:xfrm>
            <a:off x="1759000" y="30177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33"/>
          <p:cNvSpPr txBox="1"/>
          <p:nvPr>
            <p:ph idx="5" type="subTitle"/>
          </p:nvPr>
        </p:nvSpPr>
        <p:spPr>
          <a:xfrm>
            <a:off x="1758250" y="1663775"/>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7" name="Google Shape;477;p33"/>
          <p:cNvSpPr txBox="1"/>
          <p:nvPr>
            <p:ph idx="6" type="subTitle"/>
          </p:nvPr>
        </p:nvSpPr>
        <p:spPr>
          <a:xfrm>
            <a:off x="1758250" y="23406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8" name="Google Shape;478;p33"/>
          <p:cNvSpPr txBox="1"/>
          <p:nvPr>
            <p:ph idx="7" type="subTitle"/>
          </p:nvPr>
        </p:nvSpPr>
        <p:spPr>
          <a:xfrm>
            <a:off x="1758250" y="36948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9" name="Google Shape;479;p33"/>
          <p:cNvSpPr txBox="1"/>
          <p:nvPr>
            <p:ph idx="8" type="subTitle"/>
          </p:nvPr>
        </p:nvSpPr>
        <p:spPr>
          <a:xfrm>
            <a:off x="1758250" y="4367075"/>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0" name="Google Shape;480;p33"/>
          <p:cNvSpPr txBox="1"/>
          <p:nvPr>
            <p:ph idx="9" type="subTitle"/>
          </p:nvPr>
        </p:nvSpPr>
        <p:spPr>
          <a:xfrm>
            <a:off x="228148" y="30199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81" name="Google Shape;481;p33"/>
          <p:cNvSpPr txBox="1"/>
          <p:nvPr>
            <p:ph idx="13" type="subTitle"/>
          </p:nvPr>
        </p:nvSpPr>
        <p:spPr>
          <a:xfrm>
            <a:off x="228148" y="1666050"/>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82" name="Google Shape;482;p33"/>
          <p:cNvSpPr txBox="1"/>
          <p:nvPr>
            <p:ph idx="14" type="subTitle"/>
          </p:nvPr>
        </p:nvSpPr>
        <p:spPr>
          <a:xfrm>
            <a:off x="228148" y="23428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83" name="Google Shape;483;p33"/>
          <p:cNvSpPr txBox="1"/>
          <p:nvPr>
            <p:ph idx="15" type="subTitle"/>
          </p:nvPr>
        </p:nvSpPr>
        <p:spPr>
          <a:xfrm>
            <a:off x="228148" y="36970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84" name="Google Shape;484;p33"/>
          <p:cNvSpPr txBox="1"/>
          <p:nvPr>
            <p:ph idx="16" type="subTitle"/>
          </p:nvPr>
        </p:nvSpPr>
        <p:spPr>
          <a:xfrm>
            <a:off x="228148" y="4369350"/>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85" name="Google Shape;485;p33"/>
          <p:cNvSpPr txBox="1"/>
          <p:nvPr>
            <p:ph idx="17" type="title"/>
          </p:nvPr>
        </p:nvSpPr>
        <p:spPr>
          <a:xfrm>
            <a:off x="596525" y="753331"/>
            <a:ext cx="7062000" cy="9105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86" name="Google Shape;486;p33"/>
          <p:cNvSpPr txBox="1"/>
          <p:nvPr>
            <p:ph idx="18" type="body"/>
          </p:nvPr>
        </p:nvSpPr>
        <p:spPr>
          <a:xfrm>
            <a:off x="4571300" y="4367075"/>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87" name="Google Shape;487;p33"/>
          <p:cNvSpPr txBox="1"/>
          <p:nvPr>
            <p:ph idx="19" type="body"/>
          </p:nvPr>
        </p:nvSpPr>
        <p:spPr>
          <a:xfrm>
            <a:off x="4571300" y="36948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88" name="Google Shape;488;p33"/>
          <p:cNvSpPr txBox="1"/>
          <p:nvPr>
            <p:ph idx="20" type="body"/>
          </p:nvPr>
        </p:nvSpPr>
        <p:spPr>
          <a:xfrm>
            <a:off x="4571300" y="30177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89" name="Google Shape;489;p33"/>
          <p:cNvSpPr txBox="1"/>
          <p:nvPr>
            <p:ph idx="21" type="body"/>
          </p:nvPr>
        </p:nvSpPr>
        <p:spPr>
          <a:xfrm>
            <a:off x="4571300" y="23406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90" name="Google Shape;490;p33"/>
          <p:cNvSpPr txBox="1"/>
          <p:nvPr>
            <p:ph idx="22" type="body"/>
          </p:nvPr>
        </p:nvSpPr>
        <p:spPr>
          <a:xfrm>
            <a:off x="4571300" y="1663775"/>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3">
  <p:cSld name="CUSTOM_1_1_1_1_1">
    <p:spTree>
      <p:nvGrpSpPr>
        <p:cNvPr id="491" name="Shape 491"/>
        <p:cNvGrpSpPr/>
        <p:nvPr/>
      </p:nvGrpSpPr>
      <p:grpSpPr>
        <a:xfrm>
          <a:off x="0" y="0"/>
          <a:ext cx="0" cy="0"/>
          <a:chOff x="0" y="0"/>
          <a:chExt cx="0" cy="0"/>
        </a:xfrm>
      </p:grpSpPr>
      <p:sp>
        <p:nvSpPr>
          <p:cNvPr id="492" name="Google Shape;492;p34"/>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93" name="Google Shape;493;p34"/>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94" name="Google Shape;494;p34"/>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95" name="Google Shape;495;p34"/>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96" name="Google Shape;496;p34"/>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grpSp>
        <p:nvGrpSpPr>
          <p:cNvPr id="497" name="Google Shape;497;p34"/>
          <p:cNvGrpSpPr/>
          <p:nvPr/>
        </p:nvGrpSpPr>
        <p:grpSpPr>
          <a:xfrm>
            <a:off x="-2450" y="131788"/>
            <a:ext cx="9144000" cy="5011712"/>
            <a:chOff x="-2450" y="131788"/>
            <a:chExt cx="9144000" cy="5011712"/>
          </a:xfrm>
        </p:grpSpPr>
        <p:sp>
          <p:nvSpPr>
            <p:cNvPr id="498" name="Google Shape;498;p34"/>
            <p:cNvSpPr/>
            <p:nvPr/>
          </p:nvSpPr>
          <p:spPr>
            <a:xfrm>
              <a:off x="-2450" y="486600"/>
              <a:ext cx="9144000" cy="465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99" name="Google Shape;499;p34"/>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500" name="Google Shape;500;p34"/>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501" name="Google Shape;501;p34"/>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502" name="Google Shape;502;p34"/>
          <p:cNvSpPr txBox="1"/>
          <p:nvPr>
            <p:ph idx="4" type="subTitle"/>
          </p:nvPr>
        </p:nvSpPr>
        <p:spPr>
          <a:xfrm>
            <a:off x="229085" y="1666050"/>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03" name="Google Shape;503;p34"/>
          <p:cNvSpPr txBox="1"/>
          <p:nvPr>
            <p:ph idx="5" type="subTitle"/>
          </p:nvPr>
        </p:nvSpPr>
        <p:spPr>
          <a:xfrm>
            <a:off x="229085" y="2341863"/>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04" name="Google Shape;504;p34"/>
          <p:cNvSpPr txBox="1"/>
          <p:nvPr>
            <p:ph idx="6" type="subTitle"/>
          </p:nvPr>
        </p:nvSpPr>
        <p:spPr>
          <a:xfrm>
            <a:off x="229085" y="3018975"/>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05" name="Google Shape;505;p34"/>
          <p:cNvSpPr txBox="1"/>
          <p:nvPr>
            <p:ph idx="7" type="subTitle"/>
          </p:nvPr>
        </p:nvSpPr>
        <p:spPr>
          <a:xfrm>
            <a:off x="229085" y="3694788"/>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06" name="Google Shape;506;p34"/>
          <p:cNvSpPr txBox="1"/>
          <p:nvPr>
            <p:ph idx="8" type="subTitle"/>
          </p:nvPr>
        </p:nvSpPr>
        <p:spPr>
          <a:xfrm>
            <a:off x="229085" y="4371888"/>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07" name="Google Shape;507;p34"/>
          <p:cNvSpPr txBox="1"/>
          <p:nvPr>
            <p:ph idx="9" type="title"/>
          </p:nvPr>
        </p:nvSpPr>
        <p:spPr>
          <a:xfrm>
            <a:off x="596525" y="753324"/>
            <a:ext cx="7062000" cy="6834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8" name="Google Shape;508;p34"/>
          <p:cNvSpPr txBox="1"/>
          <p:nvPr>
            <p:ph idx="13" type="subTitle"/>
          </p:nvPr>
        </p:nvSpPr>
        <p:spPr>
          <a:xfrm>
            <a:off x="791698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09" name="Google Shape;509;p34"/>
          <p:cNvSpPr txBox="1"/>
          <p:nvPr>
            <p:ph idx="14" type="subTitle"/>
          </p:nvPr>
        </p:nvSpPr>
        <p:spPr>
          <a:xfrm>
            <a:off x="668986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10" name="Google Shape;510;p34"/>
          <p:cNvSpPr txBox="1"/>
          <p:nvPr>
            <p:ph idx="15" type="subTitle"/>
          </p:nvPr>
        </p:nvSpPr>
        <p:spPr>
          <a:xfrm>
            <a:off x="546286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11" name="Google Shape;511;p34"/>
          <p:cNvSpPr txBox="1"/>
          <p:nvPr>
            <p:ph idx="16" type="subTitle"/>
          </p:nvPr>
        </p:nvSpPr>
        <p:spPr>
          <a:xfrm>
            <a:off x="423583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12" name="Google Shape;512;p34"/>
          <p:cNvSpPr txBox="1"/>
          <p:nvPr>
            <p:ph idx="17" type="subTitle"/>
          </p:nvPr>
        </p:nvSpPr>
        <p:spPr>
          <a:xfrm>
            <a:off x="300801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13" name="Google Shape;513;p34"/>
          <p:cNvSpPr txBox="1"/>
          <p:nvPr>
            <p:ph idx="18" type="subTitle"/>
          </p:nvPr>
        </p:nvSpPr>
        <p:spPr>
          <a:xfrm>
            <a:off x="178168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p:cSld name="CUSTOM_3">
    <p:spTree>
      <p:nvGrpSpPr>
        <p:cNvPr id="514" name="Shape 514"/>
        <p:cNvGrpSpPr/>
        <p:nvPr/>
      </p:nvGrpSpPr>
      <p:grpSpPr>
        <a:xfrm>
          <a:off x="0" y="0"/>
          <a:ext cx="0" cy="0"/>
          <a:chOff x="0" y="0"/>
          <a:chExt cx="0" cy="0"/>
        </a:xfrm>
      </p:grpSpPr>
      <p:sp>
        <p:nvSpPr>
          <p:cNvPr id="515" name="Google Shape;515;p35"/>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516" name="Google Shape;516;p35"/>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517" name="Google Shape;517;p35"/>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518" name="Google Shape;518;p35"/>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9" name="Google Shape;519;p35"/>
          <p:cNvSpPr txBox="1"/>
          <p:nvPr>
            <p:ph idx="3" type="subTitle"/>
          </p:nvPr>
        </p:nvSpPr>
        <p:spPr>
          <a:xfrm>
            <a:off x="5539500" y="4387200"/>
            <a:ext cx="3002400" cy="6480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1">
  <p:cSld name="CUSTOM_3_1">
    <p:bg>
      <p:bgPr>
        <a:solidFill>
          <a:schemeClr val="dk2"/>
        </a:solidFill>
      </p:bgPr>
    </p:bg>
    <p:spTree>
      <p:nvGrpSpPr>
        <p:cNvPr id="520" name="Shape 520"/>
        <p:cNvGrpSpPr/>
        <p:nvPr/>
      </p:nvGrpSpPr>
      <p:grpSpPr>
        <a:xfrm>
          <a:off x="0" y="0"/>
          <a:ext cx="0" cy="0"/>
          <a:chOff x="0" y="0"/>
          <a:chExt cx="0" cy="0"/>
        </a:xfrm>
      </p:grpSpPr>
      <p:sp>
        <p:nvSpPr>
          <p:cNvPr id="521" name="Google Shape;521;p36"/>
          <p:cNvSpPr/>
          <p:nvPr/>
        </p:nvSpPr>
        <p:spPr>
          <a:xfrm>
            <a:off x="-2450" y="486600"/>
            <a:ext cx="9144000" cy="46569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522" name="Google Shape;522;p36"/>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523" name="Google Shape;523;p36"/>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524" name="Google Shape;524;p36"/>
          <p:cNvSpPr txBox="1"/>
          <p:nvPr>
            <p:ph idx="2" type="subTitle"/>
          </p:nvPr>
        </p:nvSpPr>
        <p:spPr>
          <a:xfrm>
            <a:off x="5539500" y="4387200"/>
            <a:ext cx="3002400" cy="6480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5" name="Google Shape;525;p36"/>
          <p:cNvSpPr txBox="1"/>
          <p:nvPr>
            <p:ph idx="3"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s 1 1">
  <p:cSld name="CUSTOM_7_1_1_1_1_1_1_1_1_1_1_1_1_1_1_1_1_6_1">
    <p:spTree>
      <p:nvGrpSpPr>
        <p:cNvPr id="526" name="Shape 526"/>
        <p:cNvGrpSpPr/>
        <p:nvPr/>
      </p:nvGrpSpPr>
      <p:grpSpPr>
        <a:xfrm>
          <a:off x="0" y="0"/>
          <a:ext cx="0" cy="0"/>
          <a:chOff x="0" y="0"/>
          <a:chExt cx="0" cy="0"/>
        </a:xfrm>
      </p:grpSpPr>
      <p:sp>
        <p:nvSpPr>
          <p:cNvPr id="527" name="Google Shape;527;p37"/>
          <p:cNvSpPr txBox="1"/>
          <p:nvPr>
            <p:ph type="title"/>
          </p:nvPr>
        </p:nvSpPr>
        <p:spPr>
          <a:xfrm>
            <a:off x="2184250"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28" name="Google Shape;528;p37"/>
          <p:cNvSpPr txBox="1"/>
          <p:nvPr>
            <p:ph idx="2" type="title"/>
          </p:nvPr>
        </p:nvSpPr>
        <p:spPr>
          <a:xfrm>
            <a:off x="3962263"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29" name="Google Shape;529;p37"/>
          <p:cNvSpPr txBox="1"/>
          <p:nvPr>
            <p:ph idx="3" type="title"/>
          </p:nvPr>
        </p:nvSpPr>
        <p:spPr>
          <a:xfrm>
            <a:off x="406525"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0" name="Google Shape;530;p37"/>
          <p:cNvSpPr txBox="1"/>
          <p:nvPr>
            <p:ph idx="4" type="title"/>
          </p:nvPr>
        </p:nvSpPr>
        <p:spPr>
          <a:xfrm>
            <a:off x="5729600"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1" name="Google Shape;531;p37"/>
          <p:cNvSpPr txBox="1"/>
          <p:nvPr>
            <p:ph idx="5" type="title"/>
          </p:nvPr>
        </p:nvSpPr>
        <p:spPr>
          <a:xfrm>
            <a:off x="7518138"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2" name="Google Shape;532;p37"/>
          <p:cNvSpPr txBox="1"/>
          <p:nvPr>
            <p:ph idx="6" type="title"/>
          </p:nvPr>
        </p:nvSpPr>
        <p:spPr>
          <a:xfrm>
            <a:off x="2247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3" name="Google Shape;533;p37"/>
          <p:cNvSpPr txBox="1"/>
          <p:nvPr>
            <p:ph idx="7" type="title"/>
          </p:nvPr>
        </p:nvSpPr>
        <p:spPr>
          <a:xfrm>
            <a:off x="200380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4" name="Google Shape;534;p37"/>
          <p:cNvSpPr txBox="1"/>
          <p:nvPr>
            <p:ph idx="8" type="title"/>
          </p:nvPr>
        </p:nvSpPr>
        <p:spPr>
          <a:xfrm>
            <a:off x="378050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5" name="Google Shape;535;p37"/>
          <p:cNvSpPr txBox="1"/>
          <p:nvPr>
            <p:ph idx="9" type="title"/>
          </p:nvPr>
        </p:nvSpPr>
        <p:spPr>
          <a:xfrm>
            <a:off x="55586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6" name="Google Shape;536;p37"/>
          <p:cNvSpPr txBox="1"/>
          <p:nvPr>
            <p:ph idx="13" type="title"/>
          </p:nvPr>
        </p:nvSpPr>
        <p:spPr>
          <a:xfrm>
            <a:off x="73364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7" name="Google Shape;537;p37"/>
          <p:cNvSpPr txBox="1"/>
          <p:nvPr>
            <p:ph idx="14" type="title"/>
          </p:nvPr>
        </p:nvSpPr>
        <p:spPr>
          <a:xfrm>
            <a:off x="73399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538" name="Google Shape;538;p37"/>
          <p:cNvSpPr txBox="1"/>
          <p:nvPr>
            <p:ph idx="15" type="title"/>
          </p:nvPr>
        </p:nvSpPr>
        <p:spPr>
          <a:xfrm>
            <a:off x="37800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539" name="Google Shape;539;p37"/>
          <p:cNvSpPr txBox="1"/>
          <p:nvPr>
            <p:ph idx="16" type="title"/>
          </p:nvPr>
        </p:nvSpPr>
        <p:spPr>
          <a:xfrm>
            <a:off x="55571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540" name="Google Shape;540;p37"/>
          <p:cNvSpPr txBox="1"/>
          <p:nvPr>
            <p:ph idx="17" type="title"/>
          </p:nvPr>
        </p:nvSpPr>
        <p:spPr>
          <a:xfrm>
            <a:off x="227650"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541" name="Google Shape;541;p37"/>
          <p:cNvSpPr txBox="1"/>
          <p:nvPr>
            <p:ph idx="18" type="title"/>
          </p:nvPr>
        </p:nvSpPr>
        <p:spPr>
          <a:xfrm>
            <a:off x="2004750"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542" name="Google Shape;542;p37"/>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543" name="Google Shape;543;p37"/>
          <p:cNvSpPr txBox="1"/>
          <p:nvPr>
            <p:ph idx="19" type="body"/>
          </p:nvPr>
        </p:nvSpPr>
        <p:spPr>
          <a:xfrm>
            <a:off x="223881"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44" name="Google Shape;544;p37"/>
          <p:cNvSpPr txBox="1"/>
          <p:nvPr>
            <p:ph idx="20" type="body"/>
          </p:nvPr>
        </p:nvSpPr>
        <p:spPr>
          <a:xfrm>
            <a:off x="2004019"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45" name="Google Shape;545;p37"/>
          <p:cNvSpPr txBox="1"/>
          <p:nvPr>
            <p:ph idx="21" type="body"/>
          </p:nvPr>
        </p:nvSpPr>
        <p:spPr>
          <a:xfrm>
            <a:off x="37800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46" name="Google Shape;546;p37"/>
          <p:cNvSpPr txBox="1"/>
          <p:nvPr>
            <p:ph idx="22" type="body"/>
          </p:nvPr>
        </p:nvSpPr>
        <p:spPr>
          <a:xfrm>
            <a:off x="55571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47" name="Google Shape;547;p37"/>
          <p:cNvSpPr txBox="1"/>
          <p:nvPr>
            <p:ph idx="23" type="body"/>
          </p:nvPr>
        </p:nvSpPr>
        <p:spPr>
          <a:xfrm>
            <a:off x="73342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48" name="Google Shape;548;p37"/>
          <p:cNvSpPr txBox="1"/>
          <p:nvPr>
            <p:ph idx="24" type="body"/>
          </p:nvPr>
        </p:nvSpPr>
        <p:spPr>
          <a:xfrm>
            <a:off x="226606"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49" name="Google Shape;549;p37"/>
          <p:cNvSpPr txBox="1"/>
          <p:nvPr>
            <p:ph idx="25" type="body"/>
          </p:nvPr>
        </p:nvSpPr>
        <p:spPr>
          <a:xfrm>
            <a:off x="2006744"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0" name="Google Shape;550;p37"/>
          <p:cNvSpPr txBox="1"/>
          <p:nvPr>
            <p:ph idx="26" type="body"/>
          </p:nvPr>
        </p:nvSpPr>
        <p:spPr>
          <a:xfrm>
            <a:off x="3782788"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1" name="Google Shape;551;p37"/>
          <p:cNvSpPr txBox="1"/>
          <p:nvPr>
            <p:ph idx="27" type="body"/>
          </p:nvPr>
        </p:nvSpPr>
        <p:spPr>
          <a:xfrm>
            <a:off x="5559888"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2" name="Google Shape;552;p37"/>
          <p:cNvSpPr txBox="1"/>
          <p:nvPr>
            <p:ph idx="28" type="body"/>
          </p:nvPr>
        </p:nvSpPr>
        <p:spPr>
          <a:xfrm>
            <a:off x="7339713"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3" name="Google Shape;553;p37"/>
          <p:cNvSpPr txBox="1"/>
          <p:nvPr>
            <p:ph idx="29" type="body"/>
          </p:nvPr>
        </p:nvSpPr>
        <p:spPr>
          <a:xfrm>
            <a:off x="223519"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4" name="Google Shape;554;p37"/>
          <p:cNvSpPr txBox="1"/>
          <p:nvPr>
            <p:ph idx="30" type="body"/>
          </p:nvPr>
        </p:nvSpPr>
        <p:spPr>
          <a:xfrm>
            <a:off x="2003656"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5" name="Google Shape;555;p37"/>
          <p:cNvSpPr txBox="1"/>
          <p:nvPr>
            <p:ph idx="31" type="body"/>
          </p:nvPr>
        </p:nvSpPr>
        <p:spPr>
          <a:xfrm>
            <a:off x="3779701"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6" name="Google Shape;556;p37"/>
          <p:cNvSpPr txBox="1"/>
          <p:nvPr>
            <p:ph idx="32" type="body"/>
          </p:nvPr>
        </p:nvSpPr>
        <p:spPr>
          <a:xfrm>
            <a:off x="5556800"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7" name="Google Shape;557;p37"/>
          <p:cNvSpPr txBox="1"/>
          <p:nvPr>
            <p:ph idx="33" type="body"/>
          </p:nvPr>
        </p:nvSpPr>
        <p:spPr>
          <a:xfrm>
            <a:off x="7336626"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58" name="Shape 558"/>
        <p:cNvGrpSpPr/>
        <p:nvPr/>
      </p:nvGrpSpPr>
      <p:grpSpPr>
        <a:xfrm>
          <a:off x="0" y="0"/>
          <a:ext cx="0" cy="0"/>
          <a:chOff x="0" y="0"/>
          <a:chExt cx="0" cy="0"/>
        </a:xfrm>
      </p:grpSpPr>
      <p:sp>
        <p:nvSpPr>
          <p:cNvPr id="559" name="Google Shape;559;p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0" name="Google Shape;560;p3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61" name="Shape 561"/>
        <p:cNvGrpSpPr/>
        <p:nvPr/>
      </p:nvGrpSpPr>
      <p:grpSpPr>
        <a:xfrm>
          <a:off x="0" y="0"/>
          <a:ext cx="0" cy="0"/>
          <a:chOff x="0" y="0"/>
          <a:chExt cx="0" cy="0"/>
        </a:xfrm>
      </p:grpSpPr>
      <p:sp>
        <p:nvSpPr>
          <p:cNvPr id="562" name="Google Shape;562;p3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63" name="Shape 563"/>
        <p:cNvGrpSpPr/>
        <p:nvPr/>
      </p:nvGrpSpPr>
      <p:grpSpPr>
        <a:xfrm>
          <a:off x="0" y="0"/>
          <a:ext cx="0" cy="0"/>
          <a:chOff x="0" y="0"/>
          <a:chExt cx="0" cy="0"/>
        </a:xfrm>
      </p:grpSpPr>
      <p:sp>
        <p:nvSpPr>
          <p:cNvPr id="564" name="Google Shape;564;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65" name="Google Shape;565;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66" name="Shape 566"/>
        <p:cNvGrpSpPr/>
        <p:nvPr/>
      </p:nvGrpSpPr>
      <p:grpSpPr>
        <a:xfrm>
          <a:off x="0" y="0"/>
          <a:ext cx="0" cy="0"/>
          <a:chOff x="0" y="0"/>
          <a:chExt cx="0" cy="0"/>
        </a:xfrm>
      </p:grpSpPr>
      <p:sp>
        <p:nvSpPr>
          <p:cNvPr id="567" name="Google Shape;567;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68" name="Google Shape;568;p4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9" name="Google Shape;569;p4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70" name="Shape 570"/>
        <p:cNvGrpSpPr/>
        <p:nvPr/>
      </p:nvGrpSpPr>
      <p:grpSpPr>
        <a:xfrm>
          <a:off x="0" y="0"/>
          <a:ext cx="0" cy="0"/>
          <a:chOff x="0" y="0"/>
          <a:chExt cx="0" cy="0"/>
        </a:xfrm>
      </p:grpSpPr>
      <p:sp>
        <p:nvSpPr>
          <p:cNvPr id="571" name="Google Shape;571;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72" name="Shape 572"/>
        <p:cNvGrpSpPr/>
        <p:nvPr/>
      </p:nvGrpSpPr>
      <p:grpSpPr>
        <a:xfrm>
          <a:off x="0" y="0"/>
          <a:ext cx="0" cy="0"/>
          <a:chOff x="0" y="0"/>
          <a:chExt cx="0" cy="0"/>
        </a:xfrm>
      </p:grpSpPr>
      <p:sp>
        <p:nvSpPr>
          <p:cNvPr id="573" name="Google Shape;573;p4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74" name="Google Shape;574;p4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75" name="Shape 575"/>
        <p:cNvGrpSpPr/>
        <p:nvPr/>
      </p:nvGrpSpPr>
      <p:grpSpPr>
        <a:xfrm>
          <a:off x="0" y="0"/>
          <a:ext cx="0" cy="0"/>
          <a:chOff x="0" y="0"/>
          <a:chExt cx="0" cy="0"/>
        </a:xfrm>
      </p:grpSpPr>
      <p:sp>
        <p:nvSpPr>
          <p:cNvPr id="576" name="Google Shape;576;p44"/>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77" name="Shape 577"/>
        <p:cNvGrpSpPr/>
        <p:nvPr/>
      </p:nvGrpSpPr>
      <p:grpSpPr>
        <a:xfrm>
          <a:off x="0" y="0"/>
          <a:ext cx="0" cy="0"/>
          <a:chOff x="0" y="0"/>
          <a:chExt cx="0" cy="0"/>
        </a:xfrm>
      </p:grpSpPr>
      <p:sp>
        <p:nvSpPr>
          <p:cNvPr id="578" name="Google Shape;578;p45"/>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79" name="Google Shape;579;p45"/>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80" name="Google Shape;580;p45"/>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81" name="Shape 581"/>
        <p:cNvGrpSpPr/>
        <p:nvPr/>
      </p:nvGrpSpPr>
      <p:grpSpPr>
        <a:xfrm>
          <a:off x="0" y="0"/>
          <a:ext cx="0" cy="0"/>
          <a:chOff x="0" y="0"/>
          <a:chExt cx="0" cy="0"/>
        </a:xfrm>
      </p:grpSpPr>
      <p:sp>
        <p:nvSpPr>
          <p:cNvPr id="582" name="Google Shape;582;p4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83" name="Shape 583"/>
        <p:cNvGrpSpPr/>
        <p:nvPr/>
      </p:nvGrpSpPr>
      <p:grpSpPr>
        <a:xfrm>
          <a:off x="0" y="0"/>
          <a:ext cx="0" cy="0"/>
          <a:chOff x="0" y="0"/>
          <a:chExt cx="0" cy="0"/>
        </a:xfrm>
      </p:grpSpPr>
      <p:sp>
        <p:nvSpPr>
          <p:cNvPr id="584" name="Google Shape;584;p4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85" name="Google Shape;585;p47"/>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86" name="Shape 586"/>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587" name="Shape 587"/>
        <p:cNvGrpSpPr/>
        <p:nvPr/>
      </p:nvGrpSpPr>
      <p:grpSpPr>
        <a:xfrm>
          <a:off x="0" y="0"/>
          <a:ext cx="0" cy="0"/>
          <a:chOff x="0" y="0"/>
          <a:chExt cx="0" cy="0"/>
        </a:xfrm>
      </p:grpSpPr>
      <p:sp>
        <p:nvSpPr>
          <p:cNvPr id="588" name="Google Shape;588;p49"/>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89" name="Google Shape;589;p49"/>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90" name="Google Shape;590;p49"/>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91" name="Google Shape;591;p49"/>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92" name="Google Shape;592;p49"/>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93" name="Google Shape;593;p49"/>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94" name="Google Shape;594;p49"/>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95" name="Shape 595"/>
        <p:cNvGrpSpPr/>
        <p:nvPr/>
      </p:nvGrpSpPr>
      <p:grpSpPr>
        <a:xfrm>
          <a:off x="0" y="0"/>
          <a:ext cx="0" cy="0"/>
          <a:chOff x="0" y="0"/>
          <a:chExt cx="0" cy="0"/>
        </a:xfrm>
      </p:grpSpPr>
      <p:sp>
        <p:nvSpPr>
          <p:cNvPr id="596" name="Google Shape;596;p5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97" name="Google Shape;597;p50"/>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98" name="Google Shape;598;p5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99" name="Shape 599"/>
        <p:cNvGrpSpPr/>
        <p:nvPr/>
      </p:nvGrpSpPr>
      <p:grpSpPr>
        <a:xfrm>
          <a:off x="0" y="0"/>
          <a:ext cx="0" cy="0"/>
          <a:chOff x="0" y="0"/>
          <a:chExt cx="0" cy="0"/>
        </a:xfrm>
      </p:grpSpPr>
      <p:sp>
        <p:nvSpPr>
          <p:cNvPr id="600" name="Google Shape;600;p51"/>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01" name="Google Shape;601;p51"/>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02" name="Google Shape;602;p51"/>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03" name="Google Shape;603;p51"/>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04" name="Google Shape;604;p51"/>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605" name="Shape 605"/>
        <p:cNvGrpSpPr/>
        <p:nvPr/>
      </p:nvGrpSpPr>
      <p:grpSpPr>
        <a:xfrm>
          <a:off x="0" y="0"/>
          <a:ext cx="0" cy="0"/>
          <a:chOff x="0" y="0"/>
          <a:chExt cx="0" cy="0"/>
        </a:xfrm>
      </p:grpSpPr>
      <p:sp>
        <p:nvSpPr>
          <p:cNvPr id="606" name="Google Shape;606;p52"/>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07" name="Google Shape;607;p52"/>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08" name="Google Shape;608;p52"/>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09" name="Google Shape;609;p52"/>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10" name="Google Shape;610;p52"/>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11" name="Google Shape;611;p52"/>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12" name="Google Shape;612;p52"/>
          <p:cNvSpPr txBox="1"/>
          <p:nvPr>
            <p:ph idx="6"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613" name="Shape 613"/>
        <p:cNvGrpSpPr/>
        <p:nvPr/>
      </p:nvGrpSpPr>
      <p:grpSpPr>
        <a:xfrm>
          <a:off x="0" y="0"/>
          <a:ext cx="0" cy="0"/>
          <a:chOff x="0" y="0"/>
          <a:chExt cx="0" cy="0"/>
        </a:xfrm>
      </p:grpSpPr>
      <p:sp>
        <p:nvSpPr>
          <p:cNvPr id="614" name="Google Shape;614;p53"/>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15" name="Google Shape;615;p53"/>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16" name="Google Shape;616;p53"/>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17" name="Google Shape;617;p53"/>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18" name="Google Shape;618;p53"/>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9" name="Google Shape;619;p53"/>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20" name="Google Shape;620;p53"/>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21" name="Google Shape;621;p53"/>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22" name="Google Shape;622;p53"/>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623" name="Shape 623"/>
        <p:cNvGrpSpPr/>
        <p:nvPr/>
      </p:nvGrpSpPr>
      <p:grpSpPr>
        <a:xfrm>
          <a:off x="0" y="0"/>
          <a:ext cx="0" cy="0"/>
          <a:chOff x="0" y="0"/>
          <a:chExt cx="0" cy="0"/>
        </a:xfrm>
      </p:grpSpPr>
      <p:sp>
        <p:nvSpPr>
          <p:cNvPr id="624" name="Google Shape;624;p5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625" name="Google Shape;625;p5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626" name="Shape 626"/>
        <p:cNvGrpSpPr/>
        <p:nvPr/>
      </p:nvGrpSpPr>
      <p:grpSpPr>
        <a:xfrm>
          <a:off x="0" y="0"/>
          <a:ext cx="0" cy="0"/>
          <a:chOff x="0" y="0"/>
          <a:chExt cx="0" cy="0"/>
        </a:xfrm>
      </p:grpSpPr>
      <p:sp>
        <p:nvSpPr>
          <p:cNvPr id="627" name="Google Shape;627;p55"/>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28" name="Google Shape;628;p55"/>
          <p:cNvSpPr/>
          <p:nvPr>
            <p:ph idx="2" type="pic"/>
          </p:nvPr>
        </p:nvSpPr>
        <p:spPr>
          <a:xfrm>
            <a:off x="4804825" y="1133300"/>
            <a:ext cx="4027500" cy="2392800"/>
          </a:xfrm>
          <a:prstGeom prst="rect">
            <a:avLst/>
          </a:prstGeom>
          <a:noFill/>
          <a:ln>
            <a:noFill/>
          </a:ln>
        </p:spPr>
      </p:sp>
      <p:sp>
        <p:nvSpPr>
          <p:cNvPr id="629" name="Google Shape;629;p55"/>
          <p:cNvSpPr/>
          <p:nvPr>
            <p:ph idx="3" type="pic"/>
          </p:nvPr>
        </p:nvSpPr>
        <p:spPr>
          <a:xfrm>
            <a:off x="311725" y="1133300"/>
            <a:ext cx="4027500" cy="2392800"/>
          </a:xfrm>
          <a:prstGeom prst="rect">
            <a:avLst/>
          </a:prstGeom>
          <a:noFill/>
          <a:ln>
            <a:noFill/>
          </a:ln>
        </p:spPr>
      </p:sp>
      <p:sp>
        <p:nvSpPr>
          <p:cNvPr id="630" name="Google Shape;630;p55"/>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31" name="Google Shape;631;p5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632" name="Google Shape;632;p55"/>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33" name="Google Shape;633;p55"/>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634" name="Shape 634"/>
        <p:cNvGrpSpPr/>
        <p:nvPr/>
      </p:nvGrpSpPr>
      <p:grpSpPr>
        <a:xfrm>
          <a:off x="0" y="0"/>
          <a:ext cx="0" cy="0"/>
          <a:chOff x="0" y="0"/>
          <a:chExt cx="0" cy="0"/>
        </a:xfrm>
      </p:grpSpPr>
      <p:sp>
        <p:nvSpPr>
          <p:cNvPr id="635" name="Google Shape;635;p56"/>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36" name="Google Shape;636;p56"/>
          <p:cNvSpPr/>
          <p:nvPr>
            <p:ph idx="2" type="pic"/>
          </p:nvPr>
        </p:nvSpPr>
        <p:spPr>
          <a:xfrm>
            <a:off x="6205225" y="1128325"/>
            <a:ext cx="2627100" cy="2273100"/>
          </a:xfrm>
          <a:prstGeom prst="rect">
            <a:avLst/>
          </a:prstGeom>
          <a:noFill/>
          <a:ln>
            <a:noFill/>
          </a:ln>
        </p:spPr>
      </p:sp>
      <p:sp>
        <p:nvSpPr>
          <p:cNvPr id="637" name="Google Shape;637;p56"/>
          <p:cNvSpPr/>
          <p:nvPr>
            <p:ph idx="3" type="pic"/>
          </p:nvPr>
        </p:nvSpPr>
        <p:spPr>
          <a:xfrm>
            <a:off x="311725" y="1128325"/>
            <a:ext cx="2627100" cy="2273100"/>
          </a:xfrm>
          <a:prstGeom prst="rect">
            <a:avLst/>
          </a:prstGeom>
          <a:noFill/>
          <a:ln>
            <a:noFill/>
          </a:ln>
        </p:spPr>
      </p:sp>
      <p:sp>
        <p:nvSpPr>
          <p:cNvPr id="638" name="Google Shape;638;p56"/>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39" name="Google Shape;639;p56"/>
          <p:cNvSpPr/>
          <p:nvPr>
            <p:ph idx="5" type="pic"/>
          </p:nvPr>
        </p:nvSpPr>
        <p:spPr>
          <a:xfrm>
            <a:off x="3255250" y="1128325"/>
            <a:ext cx="2627100" cy="2273100"/>
          </a:xfrm>
          <a:prstGeom prst="rect">
            <a:avLst/>
          </a:prstGeom>
          <a:noFill/>
          <a:ln>
            <a:noFill/>
          </a:ln>
        </p:spPr>
      </p:sp>
      <p:sp>
        <p:nvSpPr>
          <p:cNvPr id="640" name="Google Shape;640;p56"/>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41" name="Google Shape;641;p5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642" name="Google Shape;642;p56"/>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43" name="Google Shape;643;p56"/>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44" name="Google Shape;644;p56"/>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45" name="Shape 645"/>
        <p:cNvGrpSpPr/>
        <p:nvPr/>
      </p:nvGrpSpPr>
      <p:grpSpPr>
        <a:xfrm>
          <a:off x="0" y="0"/>
          <a:ext cx="0" cy="0"/>
          <a:chOff x="0" y="0"/>
          <a:chExt cx="0" cy="0"/>
        </a:xfrm>
      </p:grpSpPr>
      <p:sp>
        <p:nvSpPr>
          <p:cNvPr id="646" name="Google Shape;646;p5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47" name="Shape 647"/>
        <p:cNvGrpSpPr/>
        <p:nvPr/>
      </p:nvGrpSpPr>
      <p:grpSpPr>
        <a:xfrm>
          <a:off x="0" y="0"/>
          <a:ext cx="0" cy="0"/>
          <a:chOff x="0" y="0"/>
          <a:chExt cx="0" cy="0"/>
        </a:xfrm>
      </p:grpSpPr>
      <p:sp>
        <p:nvSpPr>
          <p:cNvPr id="648" name="Google Shape;648;p58"/>
          <p:cNvSpPr/>
          <p:nvPr>
            <p:ph idx="2" type="pic"/>
          </p:nvPr>
        </p:nvSpPr>
        <p:spPr>
          <a:xfrm>
            <a:off x="3389600" y="118913"/>
            <a:ext cx="1643700" cy="1535100"/>
          </a:xfrm>
          <a:prstGeom prst="rect">
            <a:avLst/>
          </a:prstGeom>
          <a:noFill/>
          <a:ln>
            <a:noFill/>
          </a:ln>
        </p:spPr>
      </p:sp>
      <p:sp>
        <p:nvSpPr>
          <p:cNvPr id="649" name="Google Shape;649;p58"/>
          <p:cNvSpPr/>
          <p:nvPr>
            <p:ph idx="3" type="pic"/>
          </p:nvPr>
        </p:nvSpPr>
        <p:spPr>
          <a:xfrm>
            <a:off x="5195935" y="118913"/>
            <a:ext cx="1643700" cy="1535100"/>
          </a:xfrm>
          <a:prstGeom prst="rect">
            <a:avLst/>
          </a:prstGeom>
          <a:noFill/>
          <a:ln>
            <a:noFill/>
          </a:ln>
        </p:spPr>
      </p:sp>
      <p:sp>
        <p:nvSpPr>
          <p:cNvPr id="650" name="Google Shape;650;p58"/>
          <p:cNvSpPr/>
          <p:nvPr>
            <p:ph idx="4" type="pic"/>
          </p:nvPr>
        </p:nvSpPr>
        <p:spPr>
          <a:xfrm>
            <a:off x="7002270" y="118913"/>
            <a:ext cx="1643700" cy="1535100"/>
          </a:xfrm>
          <a:prstGeom prst="rect">
            <a:avLst/>
          </a:prstGeom>
          <a:noFill/>
          <a:ln>
            <a:noFill/>
          </a:ln>
        </p:spPr>
      </p:sp>
      <p:sp>
        <p:nvSpPr>
          <p:cNvPr id="651" name="Google Shape;651;p58"/>
          <p:cNvSpPr/>
          <p:nvPr>
            <p:ph idx="5" type="pic"/>
          </p:nvPr>
        </p:nvSpPr>
        <p:spPr>
          <a:xfrm>
            <a:off x="3389588" y="1804212"/>
            <a:ext cx="1643700" cy="1535100"/>
          </a:xfrm>
          <a:prstGeom prst="rect">
            <a:avLst/>
          </a:prstGeom>
          <a:noFill/>
          <a:ln>
            <a:noFill/>
          </a:ln>
        </p:spPr>
      </p:sp>
      <p:sp>
        <p:nvSpPr>
          <p:cNvPr id="652" name="Google Shape;652;p58"/>
          <p:cNvSpPr/>
          <p:nvPr>
            <p:ph idx="6" type="pic"/>
          </p:nvPr>
        </p:nvSpPr>
        <p:spPr>
          <a:xfrm>
            <a:off x="5195922" y="1804212"/>
            <a:ext cx="1643700" cy="1535100"/>
          </a:xfrm>
          <a:prstGeom prst="rect">
            <a:avLst/>
          </a:prstGeom>
          <a:noFill/>
          <a:ln>
            <a:noFill/>
          </a:ln>
        </p:spPr>
      </p:sp>
      <p:sp>
        <p:nvSpPr>
          <p:cNvPr id="653" name="Google Shape;653;p58"/>
          <p:cNvSpPr/>
          <p:nvPr>
            <p:ph idx="7" type="pic"/>
          </p:nvPr>
        </p:nvSpPr>
        <p:spPr>
          <a:xfrm>
            <a:off x="7002257" y="1804212"/>
            <a:ext cx="1643700" cy="1535100"/>
          </a:xfrm>
          <a:prstGeom prst="rect">
            <a:avLst/>
          </a:prstGeom>
          <a:noFill/>
          <a:ln>
            <a:noFill/>
          </a:ln>
        </p:spPr>
      </p:sp>
      <p:sp>
        <p:nvSpPr>
          <p:cNvPr id="654" name="Google Shape;654;p58"/>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655" name="Google Shape;655;p58"/>
          <p:cNvSpPr/>
          <p:nvPr>
            <p:ph idx="8" type="pic"/>
          </p:nvPr>
        </p:nvSpPr>
        <p:spPr>
          <a:xfrm>
            <a:off x="3389588" y="3489487"/>
            <a:ext cx="1643700" cy="1535100"/>
          </a:xfrm>
          <a:prstGeom prst="rect">
            <a:avLst/>
          </a:prstGeom>
          <a:noFill/>
          <a:ln>
            <a:noFill/>
          </a:ln>
        </p:spPr>
      </p:sp>
      <p:sp>
        <p:nvSpPr>
          <p:cNvPr id="656" name="Google Shape;656;p58"/>
          <p:cNvSpPr/>
          <p:nvPr>
            <p:ph idx="9" type="pic"/>
          </p:nvPr>
        </p:nvSpPr>
        <p:spPr>
          <a:xfrm>
            <a:off x="5195922" y="3489487"/>
            <a:ext cx="1643700" cy="1535100"/>
          </a:xfrm>
          <a:prstGeom prst="rect">
            <a:avLst/>
          </a:prstGeom>
          <a:noFill/>
          <a:ln>
            <a:noFill/>
          </a:ln>
        </p:spPr>
      </p:sp>
      <p:sp>
        <p:nvSpPr>
          <p:cNvPr id="657" name="Google Shape;657;p5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1.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1pPr>
            <a:lvl2pPr lvl="1">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2pPr>
            <a:lvl3pPr lvl="2">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3pPr>
            <a:lvl4pPr lvl="3">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4pPr>
            <a:lvl5pPr lvl="4">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5pPr>
            <a:lvl6pPr lvl="5">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6pPr>
            <a:lvl7pPr lvl="6">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7pPr>
            <a:lvl8pPr lvl="7">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8pPr>
            <a:lvl9pPr lvl="8">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1pPr>
            <a:lvl2pPr indent="-292100" lvl="1" marL="9144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2pPr>
            <a:lvl3pPr indent="-292100" lvl="2" marL="13716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3pPr>
            <a:lvl4pPr indent="-292100" lvl="3" marL="18288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4pPr>
            <a:lvl5pPr indent="-292100" lvl="4" marL="22860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5pPr>
            <a:lvl6pPr indent="-292100" lvl="5" marL="27432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6pPr>
            <a:lvl7pPr indent="-292100" lvl="6" marL="32004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7pPr>
            <a:lvl8pPr indent="-292100" lvl="7" marL="36576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8pPr>
            <a:lvl9pPr indent="-292100" lvl="8" marL="41148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1pPr>
            <a:lvl2pPr indent="0" lvl="1"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2pPr>
            <a:lvl3pPr indent="0" lvl="2"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3pPr>
            <a:lvl4pPr indent="0" lvl="3"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4pPr>
            <a:lvl5pPr indent="0" lvl="4"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5pPr>
            <a:lvl6pPr indent="0" lvl="5"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6pPr>
            <a:lvl7pPr indent="0" lvl="6"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7pPr>
            <a:lvl8pPr indent="0" lvl="7"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8pPr>
            <a:lvl9pPr indent="0" lvl="8"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9"/>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63" name="Google Shape;663;p59"/>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64" name="Google Shape;664;p59"/>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65" name="Google Shape;665;p59"/>
          <p:cNvSpPr txBox="1"/>
          <p:nvPr>
            <p:ph type="title"/>
          </p:nvPr>
        </p:nvSpPr>
        <p:spPr>
          <a:xfrm>
            <a:off x="575450" y="637575"/>
            <a:ext cx="7934100" cy="26007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8000"/>
              <a:buNone/>
            </a:pPr>
            <a:r>
              <a:t/>
            </a:r>
            <a:endParaRPr sz="5200">
              <a:latin typeface="Arial"/>
              <a:ea typeface="Arial"/>
              <a:cs typeface="Arial"/>
              <a:sym typeface="Arial"/>
            </a:endParaRPr>
          </a:p>
          <a:p>
            <a:pPr indent="0" lvl="0" marL="0" rtl="0" algn="l">
              <a:lnSpc>
                <a:spcPct val="80000"/>
              </a:lnSpc>
              <a:spcBef>
                <a:spcPts val="0"/>
              </a:spcBef>
              <a:spcAft>
                <a:spcPts val="0"/>
              </a:spcAft>
              <a:buSzPts val="8000"/>
              <a:buNone/>
            </a:pPr>
            <a:r>
              <a:rPr lang="en" sz="3200">
                <a:latin typeface="Neuton"/>
                <a:ea typeface="Neuton"/>
                <a:cs typeface="Neuton"/>
                <a:sym typeface="Neuton"/>
              </a:rPr>
              <a:t>MILESTONE 4</a:t>
            </a:r>
            <a:r>
              <a:rPr lang="en" sz="3200">
                <a:solidFill>
                  <a:srgbClr val="595959"/>
                </a:solidFill>
                <a:latin typeface="Neuton"/>
                <a:ea typeface="Neuton"/>
                <a:cs typeface="Neuton"/>
                <a:sym typeface="Neuton"/>
              </a:rPr>
              <a:t>- </a:t>
            </a:r>
            <a:r>
              <a:rPr lang="en" sz="3200">
                <a:latin typeface="Neuton"/>
                <a:ea typeface="Neuton"/>
                <a:cs typeface="Neuton"/>
                <a:sym typeface="Neuton"/>
              </a:rPr>
              <a:t>Presenting Your Findings </a:t>
            </a:r>
            <a:endParaRPr sz="3200">
              <a:latin typeface="Neuton"/>
              <a:ea typeface="Neuton"/>
              <a:cs typeface="Neuton"/>
              <a:sym typeface="Neuton"/>
            </a:endParaRPr>
          </a:p>
          <a:p>
            <a:pPr indent="0" lvl="0" marL="0" rtl="0" algn="l">
              <a:lnSpc>
                <a:spcPct val="80000"/>
              </a:lnSpc>
              <a:spcBef>
                <a:spcPts val="0"/>
              </a:spcBef>
              <a:spcAft>
                <a:spcPts val="0"/>
              </a:spcAft>
              <a:buSzPts val="8000"/>
              <a:buNone/>
            </a:pPr>
            <a:r>
              <a:t/>
            </a:r>
            <a:endParaRPr sz="3200">
              <a:latin typeface="Arial"/>
              <a:ea typeface="Arial"/>
              <a:cs typeface="Arial"/>
              <a:sym typeface="Arial"/>
            </a:endParaRPr>
          </a:p>
        </p:txBody>
      </p:sp>
      <p:sp>
        <p:nvSpPr>
          <p:cNvPr id="666" name="Google Shape;666;p59"/>
          <p:cNvSpPr txBox="1"/>
          <p:nvPr>
            <p:ph idx="2" type="subTitle"/>
          </p:nvPr>
        </p:nvSpPr>
        <p:spPr>
          <a:xfrm>
            <a:off x="1284638" y="214800"/>
            <a:ext cx="1501200" cy="1836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SzPts val="1200"/>
              <a:buNone/>
            </a:pPr>
            <a:r>
              <a:rPr lang="en" sz="1600">
                <a:latin typeface="Neuton"/>
                <a:ea typeface="Neuton"/>
                <a:cs typeface="Neuton"/>
                <a:sym typeface="Neuton"/>
              </a:rPr>
              <a:t>Sports Stats</a:t>
            </a:r>
            <a:endParaRPr sz="1600">
              <a:latin typeface="Neuton"/>
              <a:ea typeface="Neuton"/>
              <a:cs typeface="Neuton"/>
              <a:sym typeface="Neuto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0"/>
          <p:cNvSpPr txBox="1"/>
          <p:nvPr>
            <p:ph type="title"/>
          </p:nvPr>
        </p:nvSpPr>
        <p:spPr>
          <a:xfrm>
            <a:off x="0" y="4861177"/>
            <a:ext cx="3696300" cy="1539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SzPts val="1000"/>
              <a:buNone/>
            </a:pPr>
            <a:r>
              <a:rPr lang="en" sz="2000">
                <a:latin typeface="Neuton"/>
                <a:ea typeface="Neuton"/>
                <a:cs typeface="Neuton"/>
                <a:sym typeface="Neuton"/>
              </a:rPr>
              <a:t>CONTENTS</a:t>
            </a:r>
            <a:endParaRPr sz="2000">
              <a:latin typeface="Neuton"/>
              <a:ea typeface="Neuton"/>
              <a:cs typeface="Neuton"/>
              <a:sym typeface="Neuton"/>
            </a:endParaRPr>
          </a:p>
        </p:txBody>
      </p:sp>
      <p:sp>
        <p:nvSpPr>
          <p:cNvPr id="672" name="Google Shape;672;p60"/>
          <p:cNvSpPr txBox="1"/>
          <p:nvPr>
            <p:ph idx="1" type="subTitle"/>
          </p:nvPr>
        </p:nvSpPr>
        <p:spPr>
          <a:xfrm>
            <a:off x="3514975" y="47000"/>
            <a:ext cx="4765800" cy="4527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SzPts val="2800"/>
              <a:buNone/>
            </a:pPr>
            <a:r>
              <a:rPr lang="en" sz="1800"/>
              <a:t>Review of Questions to Answer/ Hypotheses/Approach</a:t>
            </a:r>
            <a:endParaRPr sz="1800"/>
          </a:p>
        </p:txBody>
      </p:sp>
      <p:sp>
        <p:nvSpPr>
          <p:cNvPr id="673" name="Google Shape;673;p60"/>
          <p:cNvSpPr txBox="1"/>
          <p:nvPr>
            <p:ph idx="2" type="subTitle"/>
          </p:nvPr>
        </p:nvSpPr>
        <p:spPr>
          <a:xfrm>
            <a:off x="3556925" y="538525"/>
            <a:ext cx="4724100" cy="4527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800"/>
              <a:t>Discuss Technical Challenges </a:t>
            </a:r>
            <a:endParaRPr sz="1800"/>
          </a:p>
        </p:txBody>
      </p:sp>
      <p:sp>
        <p:nvSpPr>
          <p:cNvPr id="674" name="Google Shape;674;p60"/>
          <p:cNvSpPr txBox="1"/>
          <p:nvPr>
            <p:ph idx="3" type="subTitle"/>
          </p:nvPr>
        </p:nvSpPr>
        <p:spPr>
          <a:xfrm>
            <a:off x="3590400" y="1061300"/>
            <a:ext cx="4690500" cy="4527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800"/>
              <a:t>Detail: ERD</a:t>
            </a:r>
            <a:endParaRPr sz="1800"/>
          </a:p>
        </p:txBody>
      </p:sp>
      <p:sp>
        <p:nvSpPr>
          <p:cNvPr id="675" name="Google Shape;675;p60"/>
          <p:cNvSpPr txBox="1"/>
          <p:nvPr>
            <p:ph idx="4" type="subTitle"/>
          </p:nvPr>
        </p:nvSpPr>
        <p:spPr>
          <a:xfrm>
            <a:off x="3590525" y="1575550"/>
            <a:ext cx="4690500" cy="4527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800"/>
              <a:t>Initial Findings</a:t>
            </a:r>
            <a:endParaRPr sz="1800"/>
          </a:p>
        </p:txBody>
      </p:sp>
      <p:sp>
        <p:nvSpPr>
          <p:cNvPr id="676" name="Google Shape;676;p60"/>
          <p:cNvSpPr txBox="1"/>
          <p:nvPr>
            <p:ph idx="5" type="subTitle"/>
          </p:nvPr>
        </p:nvSpPr>
        <p:spPr>
          <a:xfrm>
            <a:off x="3657600" y="2094375"/>
            <a:ext cx="4623300" cy="4527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800"/>
              <a:t>Deeper Analysis</a:t>
            </a:r>
            <a:endParaRPr sz="1800"/>
          </a:p>
        </p:txBody>
      </p:sp>
      <p:sp>
        <p:nvSpPr>
          <p:cNvPr id="677" name="Google Shape;677;p60"/>
          <p:cNvSpPr txBox="1"/>
          <p:nvPr>
            <p:ph idx="6" type="subTitle"/>
          </p:nvPr>
        </p:nvSpPr>
        <p:spPr>
          <a:xfrm>
            <a:off x="3657600" y="2605325"/>
            <a:ext cx="4623300" cy="4527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800"/>
              <a:t>Hypotheses Result </a:t>
            </a:r>
            <a:endParaRPr sz="1800"/>
          </a:p>
        </p:txBody>
      </p:sp>
      <p:sp>
        <p:nvSpPr>
          <p:cNvPr id="678" name="Google Shape;678;p60"/>
          <p:cNvSpPr txBox="1"/>
          <p:nvPr>
            <p:ph idx="7" type="subTitle"/>
          </p:nvPr>
        </p:nvSpPr>
        <p:spPr>
          <a:xfrm>
            <a:off x="3732950" y="3555625"/>
            <a:ext cx="5409000" cy="4527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800"/>
              <a:t>End                                 							          </a:t>
            </a:r>
            <a:r>
              <a:rPr b="1" lang="en">
                <a:latin typeface="Hanken Grotesk"/>
                <a:ea typeface="Hanken Grotesk"/>
                <a:cs typeface="Hanken Grotesk"/>
                <a:sym typeface="Hanken Grotesk"/>
              </a:rPr>
              <a:t>14</a:t>
            </a:r>
            <a:endParaRPr b="1">
              <a:latin typeface="Hanken Grotesk"/>
              <a:ea typeface="Hanken Grotesk"/>
              <a:cs typeface="Hanken Grotesk"/>
              <a:sym typeface="Hanken Grotesk"/>
            </a:endParaRPr>
          </a:p>
        </p:txBody>
      </p:sp>
      <p:sp>
        <p:nvSpPr>
          <p:cNvPr id="679" name="Google Shape;679;p60"/>
          <p:cNvSpPr txBox="1"/>
          <p:nvPr>
            <p:ph idx="14" type="subTitle"/>
          </p:nvPr>
        </p:nvSpPr>
        <p:spPr>
          <a:xfrm>
            <a:off x="8440475" y="35300"/>
            <a:ext cx="703500" cy="452700"/>
          </a:xfrm>
          <a:prstGeom prst="rect">
            <a:avLst/>
          </a:prstGeom>
        </p:spPr>
        <p:txBody>
          <a:bodyPr anchorCtr="0" anchor="ctr" bIns="0" lIns="0" spcFirstLastPara="1" rIns="72000" wrap="square" tIns="0">
            <a:noAutofit/>
          </a:bodyPr>
          <a:lstStyle/>
          <a:p>
            <a:pPr indent="0" lvl="0" marL="0" rtl="0" algn="r">
              <a:lnSpc>
                <a:spcPct val="115000"/>
              </a:lnSpc>
              <a:spcBef>
                <a:spcPts val="0"/>
              </a:spcBef>
              <a:spcAft>
                <a:spcPts val="0"/>
              </a:spcAft>
              <a:buSzPts val="2800"/>
              <a:buNone/>
            </a:pPr>
            <a:r>
              <a:rPr lang="en"/>
              <a:t>3-5</a:t>
            </a:r>
            <a:endParaRPr/>
          </a:p>
        </p:txBody>
      </p:sp>
      <p:sp>
        <p:nvSpPr>
          <p:cNvPr id="680" name="Google Shape;680;p60"/>
          <p:cNvSpPr txBox="1"/>
          <p:nvPr>
            <p:ph idx="15" type="subTitle"/>
          </p:nvPr>
        </p:nvSpPr>
        <p:spPr>
          <a:xfrm>
            <a:off x="8440475" y="526825"/>
            <a:ext cx="703500" cy="452700"/>
          </a:xfrm>
          <a:prstGeom prst="rect">
            <a:avLst/>
          </a:prstGeom>
        </p:spPr>
        <p:txBody>
          <a:bodyPr anchorCtr="0" anchor="ctr" bIns="0" lIns="0" spcFirstLastPara="1" rIns="72000" wrap="square" tIns="0">
            <a:noAutofit/>
          </a:bodyPr>
          <a:lstStyle/>
          <a:p>
            <a:pPr indent="0" lvl="0" marL="0" rtl="0" algn="r">
              <a:lnSpc>
                <a:spcPct val="115000"/>
              </a:lnSpc>
              <a:spcBef>
                <a:spcPts val="0"/>
              </a:spcBef>
              <a:spcAft>
                <a:spcPts val="0"/>
              </a:spcAft>
              <a:buSzPts val="2800"/>
              <a:buNone/>
            </a:pPr>
            <a:r>
              <a:rPr lang="en"/>
              <a:t>6</a:t>
            </a:r>
            <a:endParaRPr/>
          </a:p>
        </p:txBody>
      </p:sp>
      <p:sp>
        <p:nvSpPr>
          <p:cNvPr id="681" name="Google Shape;681;p60"/>
          <p:cNvSpPr txBox="1"/>
          <p:nvPr>
            <p:ph idx="16" type="subTitle"/>
          </p:nvPr>
        </p:nvSpPr>
        <p:spPr>
          <a:xfrm>
            <a:off x="8440475" y="1049600"/>
            <a:ext cx="703500" cy="452700"/>
          </a:xfrm>
          <a:prstGeom prst="rect">
            <a:avLst/>
          </a:prstGeom>
        </p:spPr>
        <p:txBody>
          <a:bodyPr anchorCtr="0" anchor="ctr" bIns="0" lIns="0" spcFirstLastPara="1" rIns="72000" wrap="square" tIns="0">
            <a:noAutofit/>
          </a:bodyPr>
          <a:lstStyle/>
          <a:p>
            <a:pPr indent="0" lvl="0" marL="0" rtl="0" algn="r">
              <a:lnSpc>
                <a:spcPct val="115000"/>
              </a:lnSpc>
              <a:spcBef>
                <a:spcPts val="0"/>
              </a:spcBef>
              <a:spcAft>
                <a:spcPts val="0"/>
              </a:spcAft>
              <a:buSzPts val="2800"/>
              <a:buNone/>
            </a:pPr>
            <a:r>
              <a:rPr lang="en"/>
              <a:t>7</a:t>
            </a:r>
            <a:endParaRPr/>
          </a:p>
        </p:txBody>
      </p:sp>
      <p:sp>
        <p:nvSpPr>
          <p:cNvPr id="682" name="Google Shape;682;p60"/>
          <p:cNvSpPr txBox="1"/>
          <p:nvPr>
            <p:ph idx="17" type="subTitle"/>
          </p:nvPr>
        </p:nvSpPr>
        <p:spPr>
          <a:xfrm>
            <a:off x="8440475" y="1548513"/>
            <a:ext cx="703500" cy="452700"/>
          </a:xfrm>
          <a:prstGeom prst="rect">
            <a:avLst/>
          </a:prstGeom>
        </p:spPr>
        <p:txBody>
          <a:bodyPr anchorCtr="0" anchor="ctr" bIns="0" lIns="0" spcFirstLastPara="1" rIns="72000" wrap="square" tIns="0">
            <a:noAutofit/>
          </a:bodyPr>
          <a:lstStyle/>
          <a:p>
            <a:pPr indent="0" lvl="0" marL="0" rtl="0" algn="r">
              <a:lnSpc>
                <a:spcPct val="115000"/>
              </a:lnSpc>
              <a:spcBef>
                <a:spcPts val="0"/>
              </a:spcBef>
              <a:spcAft>
                <a:spcPts val="0"/>
              </a:spcAft>
              <a:buSzPts val="2800"/>
              <a:buNone/>
            </a:pPr>
            <a:r>
              <a:rPr lang="en"/>
              <a:t>8-9</a:t>
            </a:r>
            <a:endParaRPr/>
          </a:p>
        </p:txBody>
      </p:sp>
      <p:sp>
        <p:nvSpPr>
          <p:cNvPr id="683" name="Google Shape;683;p60"/>
          <p:cNvSpPr txBox="1"/>
          <p:nvPr>
            <p:ph idx="18" type="subTitle"/>
          </p:nvPr>
        </p:nvSpPr>
        <p:spPr>
          <a:xfrm>
            <a:off x="8053425" y="2082675"/>
            <a:ext cx="1090500" cy="452700"/>
          </a:xfrm>
          <a:prstGeom prst="rect">
            <a:avLst/>
          </a:prstGeom>
        </p:spPr>
        <p:txBody>
          <a:bodyPr anchorCtr="0" anchor="ctr" bIns="0" lIns="0" spcFirstLastPara="1" rIns="72000" wrap="square" tIns="0">
            <a:noAutofit/>
          </a:bodyPr>
          <a:lstStyle/>
          <a:p>
            <a:pPr indent="0" lvl="0" marL="0" rtl="0" algn="r">
              <a:lnSpc>
                <a:spcPct val="115000"/>
              </a:lnSpc>
              <a:spcBef>
                <a:spcPts val="0"/>
              </a:spcBef>
              <a:spcAft>
                <a:spcPts val="0"/>
              </a:spcAft>
              <a:buSzPts val="2800"/>
              <a:buNone/>
            </a:pPr>
            <a:r>
              <a:rPr lang="en"/>
              <a:t>10-11</a:t>
            </a:r>
            <a:endParaRPr/>
          </a:p>
        </p:txBody>
      </p:sp>
      <p:sp>
        <p:nvSpPr>
          <p:cNvPr id="684" name="Google Shape;684;p60"/>
          <p:cNvSpPr txBox="1"/>
          <p:nvPr>
            <p:ph idx="19" type="subTitle"/>
          </p:nvPr>
        </p:nvSpPr>
        <p:spPr>
          <a:xfrm>
            <a:off x="8440475" y="2593613"/>
            <a:ext cx="703500" cy="452700"/>
          </a:xfrm>
          <a:prstGeom prst="rect">
            <a:avLst/>
          </a:prstGeom>
        </p:spPr>
        <p:txBody>
          <a:bodyPr anchorCtr="0" anchor="ctr" bIns="0" lIns="0" spcFirstLastPara="1" rIns="72000" wrap="square" tIns="0">
            <a:noAutofit/>
          </a:bodyPr>
          <a:lstStyle/>
          <a:p>
            <a:pPr indent="0" lvl="0" marL="0" rtl="0" algn="r">
              <a:lnSpc>
                <a:spcPct val="115000"/>
              </a:lnSpc>
              <a:spcBef>
                <a:spcPts val="0"/>
              </a:spcBef>
              <a:spcAft>
                <a:spcPts val="0"/>
              </a:spcAft>
              <a:buSzPts val="2800"/>
              <a:buNone/>
            </a:pPr>
            <a:r>
              <a:rPr lang="en"/>
              <a:t>12</a:t>
            </a:r>
            <a:endParaRPr/>
          </a:p>
        </p:txBody>
      </p:sp>
      <p:sp>
        <p:nvSpPr>
          <p:cNvPr id="685" name="Google Shape;685;p60"/>
          <p:cNvSpPr txBox="1"/>
          <p:nvPr>
            <p:ph idx="20" type="subTitle"/>
          </p:nvPr>
        </p:nvSpPr>
        <p:spPr>
          <a:xfrm>
            <a:off x="8440475" y="3108413"/>
            <a:ext cx="703500" cy="452700"/>
          </a:xfrm>
          <a:prstGeom prst="rect">
            <a:avLst/>
          </a:prstGeom>
        </p:spPr>
        <p:txBody>
          <a:bodyPr anchorCtr="0" anchor="ctr" bIns="0" lIns="0" spcFirstLastPara="1" rIns="72000" wrap="square" tIns="0">
            <a:noAutofit/>
          </a:bodyPr>
          <a:lstStyle/>
          <a:p>
            <a:pPr indent="0" lvl="0" marL="0" rtl="0" algn="r">
              <a:lnSpc>
                <a:spcPct val="115000"/>
              </a:lnSpc>
              <a:spcBef>
                <a:spcPts val="0"/>
              </a:spcBef>
              <a:spcAft>
                <a:spcPts val="0"/>
              </a:spcAft>
              <a:buSzPts val="2800"/>
              <a:buNone/>
            </a:pPr>
            <a:r>
              <a:rPr lang="en"/>
              <a:t>13</a:t>
            </a:r>
            <a:endParaRPr/>
          </a:p>
        </p:txBody>
      </p:sp>
      <p:cxnSp>
        <p:nvCxnSpPr>
          <p:cNvPr id="686" name="Google Shape;686;p60"/>
          <p:cNvCxnSpPr/>
          <p:nvPr/>
        </p:nvCxnSpPr>
        <p:spPr>
          <a:xfrm rot="10800000">
            <a:off x="-2075" y="3603941"/>
            <a:ext cx="9144000" cy="0"/>
          </a:xfrm>
          <a:prstGeom prst="straightConnector1">
            <a:avLst/>
          </a:prstGeom>
          <a:noFill/>
          <a:ln cap="flat" cmpd="sng" w="9525">
            <a:solidFill>
              <a:schemeClr val="dk1"/>
            </a:solidFill>
            <a:prstDash val="solid"/>
            <a:round/>
            <a:headEnd len="sm" w="sm" type="none"/>
            <a:tailEnd len="sm" w="sm" type="none"/>
          </a:ln>
        </p:spPr>
      </p:cxnSp>
      <p:cxnSp>
        <p:nvCxnSpPr>
          <p:cNvPr id="687" name="Google Shape;687;p60"/>
          <p:cNvCxnSpPr/>
          <p:nvPr/>
        </p:nvCxnSpPr>
        <p:spPr>
          <a:xfrm rot="10800000">
            <a:off x="-2075" y="3088992"/>
            <a:ext cx="9144000" cy="0"/>
          </a:xfrm>
          <a:prstGeom prst="straightConnector1">
            <a:avLst/>
          </a:prstGeom>
          <a:noFill/>
          <a:ln cap="flat" cmpd="sng" w="9525">
            <a:solidFill>
              <a:schemeClr val="dk1"/>
            </a:solidFill>
            <a:prstDash val="solid"/>
            <a:round/>
            <a:headEnd len="sm" w="sm" type="none"/>
            <a:tailEnd len="sm" w="sm" type="none"/>
          </a:ln>
        </p:spPr>
      </p:cxnSp>
      <p:cxnSp>
        <p:nvCxnSpPr>
          <p:cNvPr id="688" name="Google Shape;688;p60"/>
          <p:cNvCxnSpPr/>
          <p:nvPr/>
        </p:nvCxnSpPr>
        <p:spPr>
          <a:xfrm rot="10800000">
            <a:off x="-2075" y="2574356"/>
            <a:ext cx="9144000" cy="0"/>
          </a:xfrm>
          <a:prstGeom prst="straightConnector1">
            <a:avLst/>
          </a:prstGeom>
          <a:noFill/>
          <a:ln cap="flat" cmpd="sng" w="9525">
            <a:solidFill>
              <a:schemeClr val="dk1"/>
            </a:solidFill>
            <a:prstDash val="solid"/>
            <a:round/>
            <a:headEnd len="sm" w="sm" type="none"/>
            <a:tailEnd len="sm" w="sm" type="none"/>
          </a:ln>
        </p:spPr>
      </p:cxnSp>
      <p:cxnSp>
        <p:nvCxnSpPr>
          <p:cNvPr id="689" name="Google Shape;689;p60"/>
          <p:cNvCxnSpPr/>
          <p:nvPr/>
        </p:nvCxnSpPr>
        <p:spPr>
          <a:xfrm rot="10800000">
            <a:off x="-2075" y="2059408"/>
            <a:ext cx="9144000" cy="0"/>
          </a:xfrm>
          <a:prstGeom prst="straightConnector1">
            <a:avLst/>
          </a:prstGeom>
          <a:noFill/>
          <a:ln cap="flat" cmpd="sng" w="9525">
            <a:solidFill>
              <a:schemeClr val="dk1"/>
            </a:solidFill>
            <a:prstDash val="solid"/>
            <a:round/>
            <a:headEnd len="sm" w="sm" type="none"/>
            <a:tailEnd len="sm" w="sm" type="none"/>
          </a:ln>
        </p:spPr>
      </p:cxnSp>
      <p:cxnSp>
        <p:nvCxnSpPr>
          <p:cNvPr id="690" name="Google Shape;690;p60"/>
          <p:cNvCxnSpPr/>
          <p:nvPr/>
        </p:nvCxnSpPr>
        <p:spPr>
          <a:xfrm rot="10800000">
            <a:off x="-2075" y="1544397"/>
            <a:ext cx="9144000" cy="0"/>
          </a:xfrm>
          <a:prstGeom prst="straightConnector1">
            <a:avLst/>
          </a:prstGeom>
          <a:noFill/>
          <a:ln cap="flat" cmpd="sng" w="9525">
            <a:solidFill>
              <a:schemeClr val="dk1"/>
            </a:solidFill>
            <a:prstDash val="solid"/>
            <a:round/>
            <a:headEnd len="sm" w="sm" type="none"/>
            <a:tailEnd len="sm" w="sm" type="none"/>
          </a:ln>
        </p:spPr>
      </p:cxnSp>
      <p:cxnSp>
        <p:nvCxnSpPr>
          <p:cNvPr id="691" name="Google Shape;691;p60"/>
          <p:cNvCxnSpPr/>
          <p:nvPr/>
        </p:nvCxnSpPr>
        <p:spPr>
          <a:xfrm rot="10800000">
            <a:off x="-2075" y="1029448"/>
            <a:ext cx="9144000" cy="0"/>
          </a:xfrm>
          <a:prstGeom prst="straightConnector1">
            <a:avLst/>
          </a:prstGeom>
          <a:noFill/>
          <a:ln cap="flat" cmpd="sng" w="9525">
            <a:solidFill>
              <a:schemeClr val="dk1"/>
            </a:solidFill>
            <a:prstDash val="solid"/>
            <a:round/>
            <a:headEnd len="sm" w="sm" type="none"/>
            <a:tailEnd len="sm" w="sm" type="none"/>
          </a:ln>
        </p:spPr>
      </p:cxnSp>
      <p:cxnSp>
        <p:nvCxnSpPr>
          <p:cNvPr id="692" name="Google Shape;692;p60"/>
          <p:cNvCxnSpPr/>
          <p:nvPr/>
        </p:nvCxnSpPr>
        <p:spPr>
          <a:xfrm rot="10800000">
            <a:off x="-2075" y="515075"/>
            <a:ext cx="9144000" cy="0"/>
          </a:xfrm>
          <a:prstGeom prst="straightConnector1">
            <a:avLst/>
          </a:prstGeom>
          <a:noFill/>
          <a:ln cap="flat" cmpd="sng" w="9525">
            <a:solidFill>
              <a:schemeClr val="dk1"/>
            </a:solidFill>
            <a:prstDash val="solid"/>
            <a:round/>
            <a:headEnd len="sm" w="sm" type="none"/>
            <a:tailEnd len="sm" w="sm" type="none"/>
          </a:ln>
        </p:spPr>
      </p:cxnSp>
      <p:cxnSp>
        <p:nvCxnSpPr>
          <p:cNvPr id="693" name="Google Shape;693;p60"/>
          <p:cNvCxnSpPr/>
          <p:nvPr/>
        </p:nvCxnSpPr>
        <p:spPr>
          <a:xfrm rot="10800000">
            <a:off x="0" y="4004616"/>
            <a:ext cx="9144000" cy="0"/>
          </a:xfrm>
          <a:prstGeom prst="straightConnector1">
            <a:avLst/>
          </a:prstGeom>
          <a:noFill/>
          <a:ln cap="flat" cmpd="sng" w="9525">
            <a:solidFill>
              <a:schemeClr val="dk1"/>
            </a:solidFill>
            <a:prstDash val="solid"/>
            <a:round/>
            <a:headEnd len="sm" w="sm" type="none"/>
            <a:tailEnd len="sm" w="sm" type="none"/>
          </a:ln>
        </p:spPr>
      </p:cxnSp>
      <p:sp>
        <p:nvSpPr>
          <p:cNvPr id="694" name="Google Shape;694;p60"/>
          <p:cNvSpPr txBox="1"/>
          <p:nvPr/>
        </p:nvSpPr>
        <p:spPr>
          <a:xfrm>
            <a:off x="3590525" y="3150129"/>
            <a:ext cx="29904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Neuton"/>
                <a:ea typeface="Neuton"/>
                <a:cs typeface="Neuton"/>
                <a:sym typeface="Neuton"/>
              </a:rPr>
              <a:t>Recommendations and Actions</a:t>
            </a:r>
            <a:endParaRPr sz="1800">
              <a:solidFill>
                <a:schemeClr val="dk1"/>
              </a:solidFill>
              <a:latin typeface="Neuton"/>
              <a:ea typeface="Neuton"/>
              <a:cs typeface="Neuton"/>
              <a:sym typeface="Neuto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grpSp>
        <p:nvGrpSpPr>
          <p:cNvPr id="699" name="Google Shape;699;p61"/>
          <p:cNvGrpSpPr/>
          <p:nvPr/>
        </p:nvGrpSpPr>
        <p:grpSpPr>
          <a:xfrm>
            <a:off x="238136" y="546847"/>
            <a:ext cx="2887381" cy="450006"/>
            <a:chOff x="205180" y="255349"/>
            <a:chExt cx="3948825" cy="616447"/>
          </a:xfrm>
        </p:grpSpPr>
        <p:grpSp>
          <p:nvGrpSpPr>
            <p:cNvPr id="700" name="Google Shape;700;p61"/>
            <p:cNvGrpSpPr/>
            <p:nvPr/>
          </p:nvGrpSpPr>
          <p:grpSpPr>
            <a:xfrm>
              <a:off x="205180" y="255349"/>
              <a:ext cx="900000" cy="616447"/>
              <a:chOff x="-1694195" y="1469582"/>
              <a:chExt cx="1440000" cy="981916"/>
            </a:xfrm>
          </p:grpSpPr>
          <p:sp>
            <p:nvSpPr>
              <p:cNvPr id="701" name="Google Shape;701;p61"/>
              <p:cNvSpPr/>
              <p:nvPr/>
            </p:nvSpPr>
            <p:spPr>
              <a:xfrm rot="5400000">
                <a:off x="-1417745" y="1287948"/>
                <a:ext cx="887100" cy="14400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702" name="Google Shape;702;p61"/>
              <p:cNvPicPr preferRelativeResize="0"/>
              <p:nvPr/>
            </p:nvPicPr>
            <p:blipFill rotWithShape="1">
              <a:blip r:embed="rId3">
                <a:alphaModFix/>
              </a:blip>
              <a:srcRect b="0" l="1699" r="1709" t="0"/>
              <a:stretch/>
            </p:blipFill>
            <p:spPr>
              <a:xfrm>
                <a:off x="-1605961" y="1469582"/>
                <a:ext cx="581984" cy="96786"/>
              </a:xfrm>
              <a:prstGeom prst="rect">
                <a:avLst/>
              </a:prstGeom>
              <a:noFill/>
              <a:ln>
                <a:noFill/>
              </a:ln>
            </p:spPr>
          </p:pic>
        </p:grpSp>
        <p:grpSp>
          <p:nvGrpSpPr>
            <p:cNvPr id="703" name="Google Shape;703;p61"/>
            <p:cNvGrpSpPr/>
            <p:nvPr/>
          </p:nvGrpSpPr>
          <p:grpSpPr>
            <a:xfrm>
              <a:off x="2237730" y="255361"/>
              <a:ext cx="900000" cy="616326"/>
              <a:chOff x="2237730" y="255361"/>
              <a:chExt cx="900000" cy="616326"/>
            </a:xfrm>
          </p:grpSpPr>
          <p:pic>
            <p:nvPicPr>
              <p:cNvPr id="704" name="Google Shape;704;p61"/>
              <p:cNvPicPr preferRelativeResize="0"/>
              <p:nvPr/>
            </p:nvPicPr>
            <p:blipFill rotWithShape="1">
              <a:blip r:embed="rId4">
                <a:alphaModFix/>
              </a:blip>
              <a:srcRect b="0" l="2078" r="2089" t="0"/>
              <a:stretch/>
            </p:blipFill>
            <p:spPr>
              <a:xfrm>
                <a:off x="2292876" y="255361"/>
                <a:ext cx="363742" cy="60762"/>
              </a:xfrm>
              <a:prstGeom prst="rect">
                <a:avLst/>
              </a:prstGeom>
              <a:noFill/>
              <a:ln>
                <a:noFill/>
              </a:ln>
            </p:spPr>
          </p:pic>
          <p:sp>
            <p:nvSpPr>
              <p:cNvPr id="705" name="Google Shape;705;p61"/>
              <p:cNvSpPr/>
              <p:nvPr/>
            </p:nvSpPr>
            <p:spPr>
              <a:xfrm rot="5400000">
                <a:off x="2409330" y="143287"/>
                <a:ext cx="556800" cy="9000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706" name="Google Shape;706;p61"/>
            <p:cNvGrpSpPr/>
            <p:nvPr/>
          </p:nvGrpSpPr>
          <p:grpSpPr>
            <a:xfrm>
              <a:off x="1221455" y="255349"/>
              <a:ext cx="900000" cy="616325"/>
              <a:chOff x="1221455" y="255349"/>
              <a:chExt cx="900000" cy="616325"/>
            </a:xfrm>
          </p:grpSpPr>
          <p:pic>
            <p:nvPicPr>
              <p:cNvPr id="707" name="Google Shape;707;p61"/>
              <p:cNvPicPr preferRelativeResize="0"/>
              <p:nvPr/>
            </p:nvPicPr>
            <p:blipFill rotWithShape="1">
              <a:blip r:embed="rId5">
                <a:alphaModFix/>
              </a:blip>
              <a:srcRect b="0" l="1923" r="1912" t="0"/>
              <a:stretch/>
            </p:blipFill>
            <p:spPr>
              <a:xfrm>
                <a:off x="1276601" y="255349"/>
                <a:ext cx="363742" cy="60762"/>
              </a:xfrm>
              <a:prstGeom prst="rect">
                <a:avLst/>
              </a:prstGeom>
              <a:noFill/>
              <a:ln>
                <a:noFill/>
              </a:ln>
            </p:spPr>
          </p:pic>
          <p:sp>
            <p:nvSpPr>
              <p:cNvPr id="708" name="Google Shape;708;p61"/>
              <p:cNvSpPr/>
              <p:nvPr/>
            </p:nvSpPr>
            <p:spPr>
              <a:xfrm rot="5400000">
                <a:off x="1393055" y="143274"/>
                <a:ext cx="556800" cy="9000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709" name="Google Shape;709;p61"/>
            <p:cNvGrpSpPr/>
            <p:nvPr/>
          </p:nvGrpSpPr>
          <p:grpSpPr>
            <a:xfrm>
              <a:off x="3254005" y="255361"/>
              <a:ext cx="900000" cy="616326"/>
              <a:chOff x="3254005" y="255361"/>
              <a:chExt cx="900000" cy="616326"/>
            </a:xfrm>
          </p:grpSpPr>
          <p:sp>
            <p:nvSpPr>
              <p:cNvPr id="710" name="Google Shape;710;p61"/>
              <p:cNvSpPr/>
              <p:nvPr/>
            </p:nvSpPr>
            <p:spPr>
              <a:xfrm rot="5400000">
                <a:off x="3425605" y="143287"/>
                <a:ext cx="556800" cy="900000"/>
              </a:xfrm>
              <a:prstGeom prst="roundRect">
                <a:avLst>
                  <a:gd fmla="val 59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711" name="Google Shape;711;p61"/>
              <p:cNvPicPr preferRelativeResize="0"/>
              <p:nvPr/>
            </p:nvPicPr>
            <p:blipFill rotWithShape="1">
              <a:blip r:embed="rId6">
                <a:alphaModFix/>
              </a:blip>
              <a:srcRect b="0" l="1923" r="1912" t="0"/>
              <a:stretch/>
            </p:blipFill>
            <p:spPr>
              <a:xfrm>
                <a:off x="3309151" y="255361"/>
                <a:ext cx="363742" cy="60762"/>
              </a:xfrm>
              <a:prstGeom prst="rect">
                <a:avLst/>
              </a:prstGeom>
              <a:noFill/>
              <a:ln>
                <a:noFill/>
              </a:ln>
            </p:spPr>
          </p:pic>
        </p:grpSp>
      </p:grpSp>
      <p:sp>
        <p:nvSpPr>
          <p:cNvPr id="712" name="Google Shape;712;p61"/>
          <p:cNvSpPr txBox="1"/>
          <p:nvPr>
            <p:ph idx="1" type="subTitle"/>
          </p:nvPr>
        </p:nvSpPr>
        <p:spPr>
          <a:xfrm>
            <a:off x="594025" y="184700"/>
            <a:ext cx="3860400" cy="2265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SzPts val="1000"/>
              <a:buNone/>
            </a:pPr>
            <a:r>
              <a:rPr lang="en" sz="1700">
                <a:latin typeface="Neuton"/>
                <a:ea typeface="Neuton"/>
                <a:cs typeface="Neuton"/>
                <a:sym typeface="Neuton"/>
              </a:rPr>
              <a:t>SECTION 1: Questions to Answer</a:t>
            </a:r>
            <a:endParaRPr sz="1700">
              <a:latin typeface="Neuton"/>
              <a:ea typeface="Neuton"/>
              <a:cs typeface="Neuton"/>
              <a:sym typeface="Neuton"/>
            </a:endParaRPr>
          </a:p>
        </p:txBody>
      </p:sp>
      <p:sp>
        <p:nvSpPr>
          <p:cNvPr id="713" name="Google Shape;713;p61"/>
          <p:cNvSpPr txBox="1"/>
          <p:nvPr>
            <p:ph idx="2" type="title"/>
          </p:nvPr>
        </p:nvSpPr>
        <p:spPr>
          <a:xfrm>
            <a:off x="850" y="1079001"/>
            <a:ext cx="9144000" cy="2973000"/>
          </a:xfrm>
          <a:prstGeom prst="rect">
            <a:avLst/>
          </a:prstGeom>
        </p:spPr>
        <p:txBody>
          <a:bodyPr anchorCtr="0" anchor="t" bIns="108000" lIns="252000" spcFirstLastPara="1" rIns="252000" wrap="square" tIns="0">
            <a:noAutofit/>
          </a:bodyPr>
          <a:lstStyle/>
          <a:p>
            <a:pPr indent="0" lvl="0" marL="0" rtl="0" algn="l">
              <a:lnSpc>
                <a:spcPct val="200000"/>
              </a:lnSpc>
              <a:spcBef>
                <a:spcPts val="0"/>
              </a:spcBef>
              <a:spcAft>
                <a:spcPts val="0"/>
              </a:spcAft>
              <a:buClr>
                <a:schemeClr val="dk1"/>
              </a:buClr>
              <a:buSzPts val="1100"/>
              <a:buFont typeface="Arial"/>
              <a:buNone/>
            </a:pPr>
            <a:r>
              <a:rPr lang="en" sz="1200">
                <a:latin typeface="Neuton"/>
                <a:ea typeface="Neuton"/>
                <a:cs typeface="Neuton"/>
                <a:sym typeface="Neuton"/>
              </a:rPr>
              <a:t>1. How do demographic factors like (i.e., height, weight, gender and country (NATO and non-NATO)) influence an Olympian winning Gold?</a:t>
            </a:r>
            <a:endParaRPr sz="1200">
              <a:latin typeface="Neuton"/>
              <a:ea typeface="Neuton"/>
              <a:cs typeface="Neuton"/>
              <a:sym typeface="Neuton"/>
            </a:endParaRPr>
          </a:p>
          <a:p>
            <a:pPr indent="-304800" lvl="0" marL="457200" rtl="0" algn="l">
              <a:lnSpc>
                <a:spcPct val="200000"/>
              </a:lnSpc>
              <a:spcBef>
                <a:spcPts val="0"/>
              </a:spcBef>
              <a:spcAft>
                <a:spcPts val="0"/>
              </a:spcAft>
              <a:buSzPts val="1200"/>
              <a:buFont typeface="Neuton"/>
              <a:buAutoNum type="alphaLcPeriod"/>
            </a:pPr>
            <a:r>
              <a:rPr lang="en" sz="1200">
                <a:latin typeface="Neuton"/>
                <a:ea typeface="Neuton"/>
                <a:cs typeface="Neuton"/>
                <a:sym typeface="Neuton"/>
              </a:rPr>
              <a:t>The wealthier the countries the taller and more built you will be - due to nutrition and funding. </a:t>
            </a:r>
            <a:endParaRPr sz="1200">
              <a:latin typeface="Neuton"/>
              <a:ea typeface="Neuton"/>
              <a:cs typeface="Neuton"/>
              <a:sym typeface="Neuton"/>
            </a:endParaRPr>
          </a:p>
          <a:p>
            <a:pPr indent="0" lvl="0" marL="0" rtl="0" algn="l">
              <a:lnSpc>
                <a:spcPct val="200000"/>
              </a:lnSpc>
              <a:spcBef>
                <a:spcPts val="0"/>
              </a:spcBef>
              <a:spcAft>
                <a:spcPts val="0"/>
              </a:spcAft>
              <a:buClr>
                <a:schemeClr val="dk1"/>
              </a:buClr>
              <a:buSzPts val="1100"/>
              <a:buFont typeface="Arial"/>
              <a:buNone/>
            </a:pPr>
            <a:r>
              <a:rPr lang="en" sz="1200">
                <a:latin typeface="Neuton"/>
                <a:ea typeface="Neuton"/>
                <a:cs typeface="Neuton"/>
                <a:sym typeface="Neuton"/>
              </a:rPr>
              <a:t>2. Which sports have been the most consistently winning amongst *NATO countries; do they have a competitive advantage?  </a:t>
            </a:r>
            <a:endParaRPr sz="1200">
              <a:latin typeface="Neuton"/>
              <a:ea typeface="Neuton"/>
              <a:cs typeface="Neuton"/>
              <a:sym typeface="Neuton"/>
            </a:endParaRPr>
          </a:p>
          <a:p>
            <a:pPr indent="-304800" lvl="0" marL="457200" rtl="0" algn="l">
              <a:lnSpc>
                <a:spcPct val="200000"/>
              </a:lnSpc>
              <a:spcBef>
                <a:spcPts val="0"/>
              </a:spcBef>
              <a:spcAft>
                <a:spcPts val="0"/>
              </a:spcAft>
              <a:buSzPts val="1200"/>
              <a:buFont typeface="Neuton"/>
              <a:buAutoNum type="alphaLcPeriod"/>
            </a:pPr>
            <a:r>
              <a:rPr lang="en" sz="1200">
                <a:latin typeface="Neuton"/>
                <a:ea typeface="Neuton"/>
                <a:cs typeface="Neuton"/>
                <a:sym typeface="Neuton"/>
              </a:rPr>
              <a:t>Reasoning similar to above </a:t>
            </a:r>
            <a:endParaRPr sz="1200">
              <a:latin typeface="Neuton"/>
              <a:ea typeface="Neuton"/>
              <a:cs typeface="Neuton"/>
              <a:sym typeface="Neuton"/>
            </a:endParaRPr>
          </a:p>
          <a:p>
            <a:pPr indent="0" lvl="0" marL="0" rtl="0" algn="l">
              <a:lnSpc>
                <a:spcPct val="200000"/>
              </a:lnSpc>
              <a:spcBef>
                <a:spcPts val="0"/>
              </a:spcBef>
              <a:spcAft>
                <a:spcPts val="0"/>
              </a:spcAft>
              <a:buNone/>
            </a:pPr>
            <a:r>
              <a:rPr b="1" lang="en" sz="1200">
                <a:latin typeface="Neuton"/>
                <a:ea typeface="Neuton"/>
                <a:cs typeface="Neuton"/>
                <a:sym typeface="Neuton"/>
              </a:rPr>
              <a:t>Audience</a:t>
            </a:r>
            <a:endParaRPr b="1" sz="1200">
              <a:latin typeface="Neuton"/>
              <a:ea typeface="Neuton"/>
              <a:cs typeface="Neuton"/>
              <a:sym typeface="Neuton"/>
            </a:endParaRPr>
          </a:p>
          <a:p>
            <a:pPr indent="0" lvl="0" marL="0" rtl="0" algn="l">
              <a:lnSpc>
                <a:spcPct val="200000"/>
              </a:lnSpc>
              <a:spcBef>
                <a:spcPts val="0"/>
              </a:spcBef>
              <a:spcAft>
                <a:spcPts val="0"/>
              </a:spcAft>
              <a:buNone/>
            </a:pPr>
            <a:r>
              <a:rPr lang="en" sz="1200">
                <a:latin typeface="Neuton"/>
                <a:ea typeface="Neuton"/>
                <a:cs typeface="Neuton"/>
                <a:sym typeface="Neuton"/>
              </a:rPr>
              <a:t>The audience is the external audience - sports </a:t>
            </a:r>
            <a:r>
              <a:rPr lang="en" sz="1200">
                <a:latin typeface="Neuton"/>
                <a:ea typeface="Neuton"/>
                <a:cs typeface="Neuton"/>
                <a:sym typeface="Neuton"/>
              </a:rPr>
              <a:t>historians</a:t>
            </a:r>
            <a:r>
              <a:rPr lang="en" sz="1200">
                <a:latin typeface="Neuton"/>
                <a:ea typeface="Neuton"/>
                <a:cs typeface="Neuton"/>
                <a:sym typeface="Neuton"/>
              </a:rPr>
              <a:t> and journalists - people who are interested in the world and field of sports, more specifically, Olympics.  They will use these findings to their own studies in the near future. </a:t>
            </a:r>
            <a:endParaRPr sz="1200">
              <a:latin typeface="Neuton"/>
              <a:ea typeface="Neuton"/>
              <a:cs typeface="Neuton"/>
              <a:sym typeface="Neuton"/>
            </a:endParaRPr>
          </a:p>
          <a:p>
            <a:pPr indent="0" lvl="0" marL="0" rtl="0" algn="l">
              <a:lnSpc>
                <a:spcPct val="100000"/>
              </a:lnSpc>
              <a:spcBef>
                <a:spcPts val="0"/>
              </a:spcBef>
              <a:spcAft>
                <a:spcPts val="0"/>
              </a:spcAft>
              <a:buClr>
                <a:schemeClr val="dk1"/>
              </a:buClr>
              <a:buSzPts val="4400"/>
              <a:buFont typeface="Arial"/>
              <a:buNone/>
            </a:pPr>
            <a:r>
              <a:t/>
            </a:r>
            <a:endParaRPr sz="1600">
              <a:highlight>
                <a:srgbClr val="FFFFFF"/>
              </a:highlight>
              <a:latin typeface="Neuton"/>
              <a:ea typeface="Neuton"/>
              <a:cs typeface="Neuton"/>
              <a:sym typeface="Neuto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62"/>
          <p:cNvSpPr txBox="1"/>
          <p:nvPr>
            <p:ph idx="1" type="subTitle"/>
          </p:nvPr>
        </p:nvSpPr>
        <p:spPr>
          <a:xfrm>
            <a:off x="1224650" y="210100"/>
            <a:ext cx="1676700" cy="6708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300"/>
              <a:buNone/>
            </a:pPr>
            <a:r>
              <a:rPr lang="en" sz="1553">
                <a:latin typeface="Neuton"/>
                <a:ea typeface="Neuton"/>
                <a:cs typeface="Neuton"/>
                <a:sym typeface="Neuton"/>
              </a:rPr>
              <a:t>SECTION 2: Initial Hypotheses</a:t>
            </a:r>
            <a:r>
              <a:rPr lang="en" sz="200">
                <a:latin typeface="Neuton"/>
                <a:ea typeface="Neuton"/>
                <a:cs typeface="Neuton"/>
                <a:sym typeface="Neuton"/>
              </a:rPr>
              <a:t> </a:t>
            </a:r>
            <a:endParaRPr sz="200">
              <a:latin typeface="Neuton"/>
              <a:ea typeface="Neuton"/>
              <a:cs typeface="Neuton"/>
              <a:sym typeface="Neuton"/>
            </a:endParaRPr>
          </a:p>
        </p:txBody>
      </p:sp>
      <p:sp>
        <p:nvSpPr>
          <p:cNvPr id="719" name="Google Shape;719;p62"/>
          <p:cNvSpPr txBox="1"/>
          <p:nvPr>
            <p:ph type="title"/>
          </p:nvPr>
        </p:nvSpPr>
        <p:spPr>
          <a:xfrm>
            <a:off x="593775" y="984700"/>
            <a:ext cx="7948200" cy="3263100"/>
          </a:xfrm>
          <a:prstGeom prst="rect">
            <a:avLst/>
          </a:prstGeom>
        </p:spPr>
        <p:txBody>
          <a:bodyPr anchorCtr="0" anchor="t" bIns="91425" lIns="91425" spcFirstLastPara="1" rIns="91425" wrap="square" tIns="91425">
            <a:spAutoFit/>
          </a:bodyPr>
          <a:lstStyle/>
          <a:p>
            <a:pPr indent="-355600" lvl="0" marL="457200" rtl="0" algn="l">
              <a:lnSpc>
                <a:spcPct val="100000"/>
              </a:lnSpc>
              <a:spcBef>
                <a:spcPts val="0"/>
              </a:spcBef>
              <a:spcAft>
                <a:spcPts val="0"/>
              </a:spcAft>
              <a:buSzPts val="2000"/>
              <a:buAutoNum type="arabicPeriod"/>
            </a:pPr>
            <a:r>
              <a:rPr lang="en" sz="2000"/>
              <a:t>I hypothesize that there is a statistically significant relationship between an Olympian's height, weight, gender and NATO countries and them winning Gold medals at the Olympics. </a:t>
            </a:r>
            <a:endParaRPr sz="2000"/>
          </a:p>
          <a:p>
            <a:pPr indent="-355600" lvl="1" marL="914400" rtl="0" algn="l">
              <a:lnSpc>
                <a:spcPct val="100000"/>
              </a:lnSpc>
              <a:spcBef>
                <a:spcPts val="0"/>
              </a:spcBef>
              <a:spcAft>
                <a:spcPts val="0"/>
              </a:spcAft>
              <a:buSzPts val="2000"/>
              <a:buAutoNum type="alphaLcPeriod"/>
            </a:pPr>
            <a:r>
              <a:rPr i="1" lang="en" sz="2000"/>
              <a:t>As the wealthier the countries are the better the funding/nutritions are for the Olympians </a:t>
            </a:r>
            <a:endParaRPr i="1" sz="2000"/>
          </a:p>
          <a:p>
            <a:pPr indent="-355600" lvl="0" marL="457200" rtl="0" algn="l">
              <a:spcBef>
                <a:spcPts val="0"/>
              </a:spcBef>
              <a:spcAft>
                <a:spcPts val="0"/>
              </a:spcAft>
              <a:buSzPts val="2000"/>
              <a:buAutoNum type="arabicPeriod"/>
            </a:pPr>
            <a:r>
              <a:rPr lang="en" sz="2000"/>
              <a:t>I hypothesize that NATO countries consistently achieve higher Gold medal counts due to competitive advantages, in comparison with non-NATO countries</a:t>
            </a:r>
            <a:endParaRPr sz="2000"/>
          </a:p>
          <a:p>
            <a:pPr indent="-355600" lvl="1" marL="914400" rtl="0" algn="l">
              <a:spcBef>
                <a:spcPts val="0"/>
              </a:spcBef>
              <a:spcAft>
                <a:spcPts val="0"/>
              </a:spcAft>
              <a:buSzPts val="2000"/>
              <a:buAutoNum type="alphaLcPeriod"/>
            </a:pPr>
            <a:r>
              <a:rPr i="1" lang="en" sz="2000"/>
              <a:t>Reasoning similar to above</a:t>
            </a:r>
            <a:endParaRPr i="1" sz="2000"/>
          </a:p>
          <a:p>
            <a:pPr indent="0" lvl="0" marL="457200" rtl="0" algn="l">
              <a:lnSpc>
                <a:spcPct val="100000"/>
              </a:lnSpc>
              <a:spcBef>
                <a:spcPts val="0"/>
              </a:spcBef>
              <a:spcAft>
                <a:spcPts val="0"/>
              </a:spcAft>
              <a:buNone/>
            </a:pPr>
            <a:r>
              <a:t/>
            </a:r>
            <a:endParaRPr sz="2000"/>
          </a:p>
        </p:txBody>
      </p:sp>
      <p:cxnSp>
        <p:nvCxnSpPr>
          <p:cNvPr id="720" name="Google Shape;720;p62"/>
          <p:cNvCxnSpPr/>
          <p:nvPr/>
        </p:nvCxnSpPr>
        <p:spPr>
          <a:xfrm rot="10800000">
            <a:off x="459475" y="4263000"/>
            <a:ext cx="79482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63"/>
          <p:cNvSpPr txBox="1"/>
          <p:nvPr>
            <p:ph idx="1" type="subTitle"/>
          </p:nvPr>
        </p:nvSpPr>
        <p:spPr>
          <a:xfrm>
            <a:off x="981525" y="235250"/>
            <a:ext cx="2088900" cy="6708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300"/>
              <a:buNone/>
            </a:pPr>
            <a:r>
              <a:rPr lang="en" sz="1753">
                <a:latin typeface="Neuton"/>
                <a:ea typeface="Neuton"/>
                <a:cs typeface="Neuton"/>
                <a:sym typeface="Neuton"/>
              </a:rPr>
              <a:t>SECTION 3: Data Analysis Approach</a:t>
            </a:r>
            <a:endParaRPr sz="400">
              <a:latin typeface="Neuton"/>
              <a:ea typeface="Neuton"/>
              <a:cs typeface="Neuton"/>
              <a:sym typeface="Neuton"/>
            </a:endParaRPr>
          </a:p>
        </p:txBody>
      </p:sp>
      <p:sp>
        <p:nvSpPr>
          <p:cNvPr id="726" name="Google Shape;726;p63"/>
          <p:cNvSpPr txBox="1"/>
          <p:nvPr>
            <p:ph type="title"/>
          </p:nvPr>
        </p:nvSpPr>
        <p:spPr>
          <a:xfrm>
            <a:off x="593775" y="984700"/>
            <a:ext cx="7948200" cy="2339700"/>
          </a:xfrm>
          <a:prstGeom prst="rect">
            <a:avLst/>
          </a:prstGeom>
        </p:spPr>
        <p:txBody>
          <a:bodyPr anchorCtr="0" anchor="t" bIns="91425" lIns="91425" spcFirstLastPara="1" rIns="91425" wrap="square" tIns="91425">
            <a:spAutoFit/>
          </a:bodyPr>
          <a:lstStyle/>
          <a:p>
            <a:pPr indent="-355600" lvl="0" marL="457200" rtl="0" algn="l">
              <a:lnSpc>
                <a:spcPct val="100000"/>
              </a:lnSpc>
              <a:spcBef>
                <a:spcPts val="0"/>
              </a:spcBef>
              <a:spcAft>
                <a:spcPts val="0"/>
              </a:spcAft>
              <a:buSzPts val="2000"/>
              <a:buAutoNum type="arabicPeriod"/>
            </a:pPr>
            <a:r>
              <a:rPr lang="en" sz="2000"/>
              <a:t>I’ll be looking at primarily at a linear regression model (predictors) </a:t>
            </a:r>
            <a:endParaRPr sz="2000"/>
          </a:p>
          <a:p>
            <a:pPr indent="-355600" lvl="1" marL="914400" rtl="0" algn="l">
              <a:lnSpc>
                <a:spcPct val="100000"/>
              </a:lnSpc>
              <a:spcBef>
                <a:spcPts val="0"/>
              </a:spcBef>
              <a:spcAft>
                <a:spcPts val="0"/>
              </a:spcAft>
              <a:buSzPts val="2000"/>
              <a:buAutoNum type="alphaLcPeriod"/>
            </a:pPr>
            <a:r>
              <a:rPr lang="en" sz="2000"/>
              <a:t>Gold medals </a:t>
            </a:r>
            <a:endParaRPr sz="2000"/>
          </a:p>
          <a:p>
            <a:pPr indent="-355600" lvl="1" marL="914400" rtl="0" algn="l">
              <a:lnSpc>
                <a:spcPct val="100000"/>
              </a:lnSpc>
              <a:spcBef>
                <a:spcPts val="0"/>
              </a:spcBef>
              <a:spcAft>
                <a:spcPts val="0"/>
              </a:spcAft>
              <a:buSzPts val="2000"/>
              <a:buAutoNum type="alphaLcPeriod"/>
            </a:pPr>
            <a:r>
              <a:rPr lang="en" sz="2000"/>
              <a:t>Demographics (height, weight, gender and countries (NATO and non-NATO) </a:t>
            </a:r>
            <a:endParaRPr sz="2000"/>
          </a:p>
          <a:p>
            <a:pPr indent="-355600" lvl="0" marL="457200" rtl="0" algn="l">
              <a:lnSpc>
                <a:spcPct val="100000"/>
              </a:lnSpc>
              <a:spcBef>
                <a:spcPts val="0"/>
              </a:spcBef>
              <a:spcAft>
                <a:spcPts val="0"/>
              </a:spcAft>
              <a:buSzPts val="2000"/>
              <a:buAutoNum type="arabicPeriod"/>
            </a:pPr>
            <a:r>
              <a:rPr lang="en" sz="2000"/>
              <a:t>Will also use a line and residual plot graph  </a:t>
            </a:r>
            <a:endParaRPr sz="2000"/>
          </a:p>
          <a:p>
            <a:pPr indent="-355600" lvl="1" marL="914400" rtl="0" algn="l">
              <a:lnSpc>
                <a:spcPct val="100000"/>
              </a:lnSpc>
              <a:spcBef>
                <a:spcPts val="0"/>
              </a:spcBef>
              <a:spcAft>
                <a:spcPts val="0"/>
              </a:spcAft>
              <a:buSzPts val="2000"/>
              <a:buAutoNum type="alphaLcPeriod"/>
            </a:pPr>
            <a:r>
              <a:rPr lang="en" sz="2000"/>
              <a:t>To check for any correlations/patterns </a:t>
            </a:r>
            <a:endParaRPr sz="2000"/>
          </a:p>
          <a:p>
            <a:pPr indent="0" lvl="0" marL="457200" rtl="0" algn="l">
              <a:lnSpc>
                <a:spcPct val="100000"/>
              </a:lnSpc>
              <a:spcBef>
                <a:spcPts val="0"/>
              </a:spcBef>
              <a:spcAft>
                <a:spcPts val="0"/>
              </a:spcAft>
              <a:buNone/>
            </a:pPr>
            <a:r>
              <a:t/>
            </a:r>
            <a:endParaRPr sz="2000"/>
          </a:p>
        </p:txBody>
      </p:sp>
      <p:cxnSp>
        <p:nvCxnSpPr>
          <p:cNvPr id="727" name="Google Shape;727;p63"/>
          <p:cNvCxnSpPr/>
          <p:nvPr/>
        </p:nvCxnSpPr>
        <p:spPr>
          <a:xfrm rot="10800000">
            <a:off x="459475" y="4263000"/>
            <a:ext cx="79482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grpSp>
        <p:nvGrpSpPr>
          <p:cNvPr id="732" name="Google Shape;732;p64"/>
          <p:cNvGrpSpPr/>
          <p:nvPr/>
        </p:nvGrpSpPr>
        <p:grpSpPr>
          <a:xfrm>
            <a:off x="238136" y="546847"/>
            <a:ext cx="2887381" cy="450006"/>
            <a:chOff x="205180" y="255349"/>
            <a:chExt cx="3948825" cy="616447"/>
          </a:xfrm>
        </p:grpSpPr>
        <p:grpSp>
          <p:nvGrpSpPr>
            <p:cNvPr id="733" name="Google Shape;733;p64"/>
            <p:cNvGrpSpPr/>
            <p:nvPr/>
          </p:nvGrpSpPr>
          <p:grpSpPr>
            <a:xfrm>
              <a:off x="205180" y="255349"/>
              <a:ext cx="900000" cy="616447"/>
              <a:chOff x="-1694195" y="1469582"/>
              <a:chExt cx="1440000" cy="981916"/>
            </a:xfrm>
          </p:grpSpPr>
          <p:sp>
            <p:nvSpPr>
              <p:cNvPr id="734" name="Google Shape;734;p64"/>
              <p:cNvSpPr/>
              <p:nvPr/>
            </p:nvSpPr>
            <p:spPr>
              <a:xfrm rot="5400000">
                <a:off x="-1417745" y="1287948"/>
                <a:ext cx="887100" cy="14400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735" name="Google Shape;735;p64"/>
              <p:cNvPicPr preferRelativeResize="0"/>
              <p:nvPr/>
            </p:nvPicPr>
            <p:blipFill rotWithShape="1">
              <a:blip r:embed="rId3">
                <a:alphaModFix/>
              </a:blip>
              <a:srcRect b="0" l="1700" r="1710" t="0"/>
              <a:stretch/>
            </p:blipFill>
            <p:spPr>
              <a:xfrm>
                <a:off x="-1605961" y="1469582"/>
                <a:ext cx="581984" cy="96786"/>
              </a:xfrm>
              <a:prstGeom prst="rect">
                <a:avLst/>
              </a:prstGeom>
              <a:noFill/>
              <a:ln>
                <a:noFill/>
              </a:ln>
            </p:spPr>
          </p:pic>
        </p:grpSp>
        <p:grpSp>
          <p:nvGrpSpPr>
            <p:cNvPr id="736" name="Google Shape;736;p64"/>
            <p:cNvGrpSpPr/>
            <p:nvPr/>
          </p:nvGrpSpPr>
          <p:grpSpPr>
            <a:xfrm>
              <a:off x="2237730" y="255361"/>
              <a:ext cx="900000" cy="616326"/>
              <a:chOff x="2237730" y="255361"/>
              <a:chExt cx="900000" cy="616326"/>
            </a:xfrm>
          </p:grpSpPr>
          <p:pic>
            <p:nvPicPr>
              <p:cNvPr id="737" name="Google Shape;737;p64"/>
              <p:cNvPicPr preferRelativeResize="0"/>
              <p:nvPr/>
            </p:nvPicPr>
            <p:blipFill rotWithShape="1">
              <a:blip r:embed="rId4">
                <a:alphaModFix/>
              </a:blip>
              <a:srcRect b="0" l="2080" r="2089" t="0"/>
              <a:stretch/>
            </p:blipFill>
            <p:spPr>
              <a:xfrm>
                <a:off x="2292876" y="255361"/>
                <a:ext cx="363742" cy="60762"/>
              </a:xfrm>
              <a:prstGeom prst="rect">
                <a:avLst/>
              </a:prstGeom>
              <a:noFill/>
              <a:ln>
                <a:noFill/>
              </a:ln>
            </p:spPr>
          </p:pic>
          <p:sp>
            <p:nvSpPr>
              <p:cNvPr id="738" name="Google Shape;738;p64"/>
              <p:cNvSpPr/>
              <p:nvPr/>
            </p:nvSpPr>
            <p:spPr>
              <a:xfrm rot="5400000">
                <a:off x="2409330" y="143287"/>
                <a:ext cx="556800" cy="9000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739" name="Google Shape;739;p64"/>
            <p:cNvGrpSpPr/>
            <p:nvPr/>
          </p:nvGrpSpPr>
          <p:grpSpPr>
            <a:xfrm>
              <a:off x="1221455" y="255349"/>
              <a:ext cx="900000" cy="616325"/>
              <a:chOff x="1221455" y="255349"/>
              <a:chExt cx="900000" cy="616325"/>
            </a:xfrm>
          </p:grpSpPr>
          <p:pic>
            <p:nvPicPr>
              <p:cNvPr id="740" name="Google Shape;740;p64"/>
              <p:cNvPicPr preferRelativeResize="0"/>
              <p:nvPr/>
            </p:nvPicPr>
            <p:blipFill rotWithShape="1">
              <a:blip r:embed="rId5">
                <a:alphaModFix/>
              </a:blip>
              <a:srcRect b="0" l="1923" r="1914" t="0"/>
              <a:stretch/>
            </p:blipFill>
            <p:spPr>
              <a:xfrm>
                <a:off x="1276601" y="255349"/>
                <a:ext cx="363742" cy="60762"/>
              </a:xfrm>
              <a:prstGeom prst="rect">
                <a:avLst/>
              </a:prstGeom>
              <a:noFill/>
              <a:ln>
                <a:noFill/>
              </a:ln>
            </p:spPr>
          </p:pic>
          <p:sp>
            <p:nvSpPr>
              <p:cNvPr id="741" name="Google Shape;741;p64"/>
              <p:cNvSpPr/>
              <p:nvPr/>
            </p:nvSpPr>
            <p:spPr>
              <a:xfrm rot="5400000">
                <a:off x="1393055" y="143274"/>
                <a:ext cx="556800" cy="9000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742" name="Google Shape;742;p64"/>
            <p:cNvGrpSpPr/>
            <p:nvPr/>
          </p:nvGrpSpPr>
          <p:grpSpPr>
            <a:xfrm>
              <a:off x="3254005" y="255361"/>
              <a:ext cx="900000" cy="616326"/>
              <a:chOff x="3254005" y="255361"/>
              <a:chExt cx="900000" cy="616326"/>
            </a:xfrm>
          </p:grpSpPr>
          <p:sp>
            <p:nvSpPr>
              <p:cNvPr id="743" name="Google Shape;743;p64"/>
              <p:cNvSpPr/>
              <p:nvPr/>
            </p:nvSpPr>
            <p:spPr>
              <a:xfrm rot="5400000">
                <a:off x="3425605" y="143287"/>
                <a:ext cx="556800" cy="900000"/>
              </a:xfrm>
              <a:prstGeom prst="roundRect">
                <a:avLst>
                  <a:gd fmla="val 59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744" name="Google Shape;744;p64"/>
              <p:cNvPicPr preferRelativeResize="0"/>
              <p:nvPr/>
            </p:nvPicPr>
            <p:blipFill rotWithShape="1">
              <a:blip r:embed="rId6">
                <a:alphaModFix/>
              </a:blip>
              <a:srcRect b="0" l="1923" r="1914" t="0"/>
              <a:stretch/>
            </p:blipFill>
            <p:spPr>
              <a:xfrm>
                <a:off x="3309151" y="255361"/>
                <a:ext cx="363742" cy="60762"/>
              </a:xfrm>
              <a:prstGeom prst="rect">
                <a:avLst/>
              </a:prstGeom>
              <a:noFill/>
              <a:ln>
                <a:noFill/>
              </a:ln>
            </p:spPr>
          </p:pic>
        </p:grpSp>
      </p:grpSp>
      <p:sp>
        <p:nvSpPr>
          <p:cNvPr id="745" name="Google Shape;745;p64"/>
          <p:cNvSpPr txBox="1"/>
          <p:nvPr>
            <p:ph idx="1" type="subTitle"/>
          </p:nvPr>
        </p:nvSpPr>
        <p:spPr>
          <a:xfrm>
            <a:off x="594025" y="184700"/>
            <a:ext cx="3860400" cy="2265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SzPts val="1000"/>
              <a:buNone/>
            </a:pPr>
            <a:r>
              <a:rPr lang="en" sz="1700">
                <a:latin typeface="Neuton"/>
                <a:ea typeface="Neuton"/>
                <a:cs typeface="Neuton"/>
                <a:sym typeface="Neuton"/>
              </a:rPr>
              <a:t>TECHNICAL CHALLENGES </a:t>
            </a:r>
            <a:endParaRPr sz="1700">
              <a:latin typeface="Neuton"/>
              <a:ea typeface="Neuton"/>
              <a:cs typeface="Neuton"/>
              <a:sym typeface="Neuton"/>
            </a:endParaRPr>
          </a:p>
        </p:txBody>
      </p:sp>
      <p:sp>
        <p:nvSpPr>
          <p:cNvPr id="746" name="Google Shape;746;p64"/>
          <p:cNvSpPr txBox="1"/>
          <p:nvPr>
            <p:ph idx="2" type="title"/>
          </p:nvPr>
        </p:nvSpPr>
        <p:spPr>
          <a:xfrm>
            <a:off x="850" y="1079002"/>
            <a:ext cx="9144000" cy="3400800"/>
          </a:xfrm>
          <a:prstGeom prst="rect">
            <a:avLst/>
          </a:prstGeom>
        </p:spPr>
        <p:txBody>
          <a:bodyPr anchorCtr="0" anchor="t" bIns="108000" lIns="252000" spcFirstLastPara="1" rIns="252000" wrap="square" tIns="0">
            <a:noAutofit/>
          </a:bodyPr>
          <a:lstStyle/>
          <a:p>
            <a:pPr indent="-355600" lvl="0" marL="457200" rtl="0" algn="l">
              <a:lnSpc>
                <a:spcPct val="100000"/>
              </a:lnSpc>
              <a:spcBef>
                <a:spcPts val="0"/>
              </a:spcBef>
              <a:spcAft>
                <a:spcPts val="0"/>
              </a:spcAft>
              <a:buSzPts val="2000"/>
              <a:buChar char="●"/>
            </a:pPr>
            <a:r>
              <a:rPr lang="en" sz="2000"/>
              <a:t>Some of the </a:t>
            </a:r>
            <a:r>
              <a:rPr lang="en" sz="2000"/>
              <a:t>technical</a:t>
            </a:r>
            <a:r>
              <a:rPr lang="en" sz="2000"/>
              <a:t> challenges I faced over the course of this project were:</a:t>
            </a:r>
            <a:endParaRPr sz="2000"/>
          </a:p>
          <a:p>
            <a:pPr indent="-355600" lvl="1" marL="914400" rtl="0" algn="l">
              <a:lnSpc>
                <a:spcPct val="100000"/>
              </a:lnSpc>
              <a:spcBef>
                <a:spcPts val="0"/>
              </a:spcBef>
              <a:spcAft>
                <a:spcPts val="0"/>
              </a:spcAft>
              <a:buSzPts val="2000"/>
              <a:buChar char="○"/>
            </a:pPr>
            <a:r>
              <a:rPr lang="en" sz="2000"/>
              <a:t>Encountered</a:t>
            </a:r>
            <a:r>
              <a:rPr lang="en" sz="2000"/>
              <a:t> </a:t>
            </a:r>
            <a:r>
              <a:rPr lang="en" sz="2000"/>
              <a:t>challenges</a:t>
            </a:r>
            <a:r>
              <a:rPr lang="en" sz="2000"/>
              <a:t> regarding cleaning the dataset early on, which required me to go back, check for nulls and duplicates, on DataBricks as that was something I wasn’t used to using.  However, once I got the hang of it, it became easier to to the SQL queries on it. </a:t>
            </a:r>
            <a:endParaRPr sz="2000"/>
          </a:p>
          <a:p>
            <a:pPr indent="-355600" lvl="1" marL="914400" rtl="0" algn="l">
              <a:lnSpc>
                <a:spcPct val="100000"/>
              </a:lnSpc>
              <a:spcBef>
                <a:spcPts val="0"/>
              </a:spcBef>
              <a:spcAft>
                <a:spcPts val="0"/>
              </a:spcAft>
              <a:buSzPts val="2000"/>
              <a:buChar char="○"/>
            </a:pPr>
            <a:r>
              <a:rPr lang="en" sz="2000"/>
              <a:t>Limitations of the things I could write on SQL queries: there were some things I wanted to write but couldn’t due to errors. That took a long time to fix and get the data I was trying to measure.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grpSp>
        <p:nvGrpSpPr>
          <p:cNvPr id="751" name="Google Shape;751;p65"/>
          <p:cNvGrpSpPr/>
          <p:nvPr/>
        </p:nvGrpSpPr>
        <p:grpSpPr>
          <a:xfrm>
            <a:off x="238136" y="546847"/>
            <a:ext cx="2887381" cy="450006"/>
            <a:chOff x="205180" y="255349"/>
            <a:chExt cx="3948825" cy="616447"/>
          </a:xfrm>
        </p:grpSpPr>
        <p:grpSp>
          <p:nvGrpSpPr>
            <p:cNvPr id="752" name="Google Shape;752;p65"/>
            <p:cNvGrpSpPr/>
            <p:nvPr/>
          </p:nvGrpSpPr>
          <p:grpSpPr>
            <a:xfrm>
              <a:off x="205180" y="255349"/>
              <a:ext cx="900000" cy="616447"/>
              <a:chOff x="-1694195" y="1469582"/>
              <a:chExt cx="1440000" cy="981916"/>
            </a:xfrm>
          </p:grpSpPr>
          <p:sp>
            <p:nvSpPr>
              <p:cNvPr id="753" name="Google Shape;753;p65"/>
              <p:cNvSpPr/>
              <p:nvPr/>
            </p:nvSpPr>
            <p:spPr>
              <a:xfrm rot="5400000">
                <a:off x="-1417745" y="1287948"/>
                <a:ext cx="887100" cy="14400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754" name="Google Shape;754;p65"/>
              <p:cNvPicPr preferRelativeResize="0"/>
              <p:nvPr/>
            </p:nvPicPr>
            <p:blipFill rotWithShape="1">
              <a:blip r:embed="rId3">
                <a:alphaModFix/>
              </a:blip>
              <a:srcRect b="0" l="1700" r="1710" t="0"/>
              <a:stretch/>
            </p:blipFill>
            <p:spPr>
              <a:xfrm>
                <a:off x="-1605961" y="1469582"/>
                <a:ext cx="581984" cy="96786"/>
              </a:xfrm>
              <a:prstGeom prst="rect">
                <a:avLst/>
              </a:prstGeom>
              <a:noFill/>
              <a:ln>
                <a:noFill/>
              </a:ln>
            </p:spPr>
          </p:pic>
        </p:grpSp>
        <p:grpSp>
          <p:nvGrpSpPr>
            <p:cNvPr id="755" name="Google Shape;755;p65"/>
            <p:cNvGrpSpPr/>
            <p:nvPr/>
          </p:nvGrpSpPr>
          <p:grpSpPr>
            <a:xfrm>
              <a:off x="2237730" y="255361"/>
              <a:ext cx="900000" cy="616326"/>
              <a:chOff x="2237730" y="255361"/>
              <a:chExt cx="900000" cy="616326"/>
            </a:xfrm>
          </p:grpSpPr>
          <p:pic>
            <p:nvPicPr>
              <p:cNvPr id="756" name="Google Shape;756;p65"/>
              <p:cNvPicPr preferRelativeResize="0"/>
              <p:nvPr/>
            </p:nvPicPr>
            <p:blipFill rotWithShape="1">
              <a:blip r:embed="rId4">
                <a:alphaModFix/>
              </a:blip>
              <a:srcRect b="0" l="2080" r="2089" t="0"/>
              <a:stretch/>
            </p:blipFill>
            <p:spPr>
              <a:xfrm>
                <a:off x="2292876" y="255361"/>
                <a:ext cx="363742" cy="60762"/>
              </a:xfrm>
              <a:prstGeom prst="rect">
                <a:avLst/>
              </a:prstGeom>
              <a:noFill/>
              <a:ln>
                <a:noFill/>
              </a:ln>
            </p:spPr>
          </p:pic>
          <p:sp>
            <p:nvSpPr>
              <p:cNvPr id="757" name="Google Shape;757;p65"/>
              <p:cNvSpPr/>
              <p:nvPr/>
            </p:nvSpPr>
            <p:spPr>
              <a:xfrm rot="5400000">
                <a:off x="2409330" y="143287"/>
                <a:ext cx="556800" cy="9000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758" name="Google Shape;758;p65"/>
            <p:cNvGrpSpPr/>
            <p:nvPr/>
          </p:nvGrpSpPr>
          <p:grpSpPr>
            <a:xfrm>
              <a:off x="1221455" y="255349"/>
              <a:ext cx="900000" cy="616325"/>
              <a:chOff x="1221455" y="255349"/>
              <a:chExt cx="900000" cy="616325"/>
            </a:xfrm>
          </p:grpSpPr>
          <p:pic>
            <p:nvPicPr>
              <p:cNvPr id="759" name="Google Shape;759;p65"/>
              <p:cNvPicPr preferRelativeResize="0"/>
              <p:nvPr/>
            </p:nvPicPr>
            <p:blipFill rotWithShape="1">
              <a:blip r:embed="rId5">
                <a:alphaModFix/>
              </a:blip>
              <a:srcRect b="0" l="1923" r="1914" t="0"/>
              <a:stretch/>
            </p:blipFill>
            <p:spPr>
              <a:xfrm>
                <a:off x="1276601" y="255349"/>
                <a:ext cx="363742" cy="60762"/>
              </a:xfrm>
              <a:prstGeom prst="rect">
                <a:avLst/>
              </a:prstGeom>
              <a:noFill/>
              <a:ln>
                <a:noFill/>
              </a:ln>
            </p:spPr>
          </p:pic>
          <p:sp>
            <p:nvSpPr>
              <p:cNvPr id="760" name="Google Shape;760;p65"/>
              <p:cNvSpPr/>
              <p:nvPr/>
            </p:nvSpPr>
            <p:spPr>
              <a:xfrm rot="5400000">
                <a:off x="1393055" y="143274"/>
                <a:ext cx="556800" cy="9000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761" name="Google Shape;761;p65"/>
            <p:cNvGrpSpPr/>
            <p:nvPr/>
          </p:nvGrpSpPr>
          <p:grpSpPr>
            <a:xfrm>
              <a:off x="3254005" y="255361"/>
              <a:ext cx="900000" cy="616326"/>
              <a:chOff x="3254005" y="255361"/>
              <a:chExt cx="900000" cy="616326"/>
            </a:xfrm>
          </p:grpSpPr>
          <p:sp>
            <p:nvSpPr>
              <p:cNvPr id="762" name="Google Shape;762;p65"/>
              <p:cNvSpPr/>
              <p:nvPr/>
            </p:nvSpPr>
            <p:spPr>
              <a:xfrm rot="5400000">
                <a:off x="3425605" y="143287"/>
                <a:ext cx="556800" cy="900000"/>
              </a:xfrm>
              <a:prstGeom prst="roundRect">
                <a:avLst>
                  <a:gd fmla="val 59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763" name="Google Shape;763;p65"/>
              <p:cNvPicPr preferRelativeResize="0"/>
              <p:nvPr/>
            </p:nvPicPr>
            <p:blipFill rotWithShape="1">
              <a:blip r:embed="rId6">
                <a:alphaModFix/>
              </a:blip>
              <a:srcRect b="0" l="1923" r="1914" t="0"/>
              <a:stretch/>
            </p:blipFill>
            <p:spPr>
              <a:xfrm>
                <a:off x="3309151" y="255361"/>
                <a:ext cx="363742" cy="60762"/>
              </a:xfrm>
              <a:prstGeom prst="rect">
                <a:avLst/>
              </a:prstGeom>
              <a:noFill/>
              <a:ln>
                <a:noFill/>
              </a:ln>
            </p:spPr>
          </p:pic>
        </p:grpSp>
      </p:grpSp>
      <p:sp>
        <p:nvSpPr>
          <p:cNvPr id="764" name="Google Shape;764;p65"/>
          <p:cNvSpPr txBox="1"/>
          <p:nvPr>
            <p:ph idx="1" type="subTitle"/>
          </p:nvPr>
        </p:nvSpPr>
        <p:spPr>
          <a:xfrm>
            <a:off x="602400" y="193100"/>
            <a:ext cx="3860400" cy="2265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SzPts val="1000"/>
              <a:buNone/>
            </a:pPr>
            <a:r>
              <a:rPr lang="en" sz="1700">
                <a:latin typeface="Neuton"/>
                <a:ea typeface="Neuton"/>
                <a:cs typeface="Neuton"/>
                <a:sym typeface="Neuton"/>
              </a:rPr>
              <a:t>ERD: Entity Relationship Diagram </a:t>
            </a:r>
            <a:endParaRPr sz="1700">
              <a:latin typeface="Neuton"/>
              <a:ea typeface="Neuton"/>
              <a:cs typeface="Neuton"/>
              <a:sym typeface="Neuton"/>
            </a:endParaRPr>
          </a:p>
        </p:txBody>
      </p:sp>
      <p:pic>
        <p:nvPicPr>
          <p:cNvPr id="765" name="Google Shape;765;p65" title="Screenshot 2026-06-02 at 5.00.06 PM.png"/>
          <p:cNvPicPr preferRelativeResize="0"/>
          <p:nvPr/>
        </p:nvPicPr>
        <p:blipFill>
          <a:blip r:embed="rId7">
            <a:alphaModFix/>
          </a:blip>
          <a:stretch>
            <a:fillRect/>
          </a:stretch>
        </p:blipFill>
        <p:spPr>
          <a:xfrm>
            <a:off x="347175" y="1124100"/>
            <a:ext cx="6926075" cy="3074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p:nvPr/>
        </p:nvSpPr>
        <p:spPr>
          <a:xfrm rot="5400000">
            <a:off x="1238857" y="1710350"/>
            <a:ext cx="2208600" cy="4341600"/>
          </a:xfrm>
          <a:prstGeom prst="roundRect">
            <a:avLst>
              <a:gd fmla="val 5925"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71" name="Google Shape;771;p66"/>
          <p:cNvSpPr/>
          <p:nvPr/>
        </p:nvSpPr>
        <p:spPr>
          <a:xfrm rot="5400000">
            <a:off x="1274107" y="-573272"/>
            <a:ext cx="2138100" cy="4341600"/>
          </a:xfrm>
          <a:prstGeom prst="roundRect">
            <a:avLst>
              <a:gd fmla="val 5925"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72" name="Google Shape;772;p66"/>
          <p:cNvSpPr/>
          <p:nvPr/>
        </p:nvSpPr>
        <p:spPr>
          <a:xfrm rot="5400000">
            <a:off x="5731432" y="-574447"/>
            <a:ext cx="2138100" cy="4341600"/>
          </a:xfrm>
          <a:prstGeom prst="roundRect">
            <a:avLst>
              <a:gd fmla="val 5925"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73" name="Google Shape;773;p66"/>
          <p:cNvSpPr/>
          <p:nvPr/>
        </p:nvSpPr>
        <p:spPr>
          <a:xfrm rot="5400000">
            <a:off x="5697675" y="1710350"/>
            <a:ext cx="2205600" cy="4341600"/>
          </a:xfrm>
          <a:prstGeom prst="roundRect">
            <a:avLst>
              <a:gd fmla="val 5925"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74" name="Google Shape;774;p66"/>
          <p:cNvSpPr/>
          <p:nvPr/>
        </p:nvSpPr>
        <p:spPr>
          <a:xfrm>
            <a:off x="4815050" y="2976975"/>
            <a:ext cx="2047800" cy="3780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5" name="Google Shape;775;p66"/>
          <p:cNvSpPr txBox="1"/>
          <p:nvPr>
            <p:ph idx="1" type="body"/>
          </p:nvPr>
        </p:nvSpPr>
        <p:spPr>
          <a:xfrm>
            <a:off x="172350" y="1093875"/>
            <a:ext cx="4341600" cy="1299600"/>
          </a:xfrm>
          <a:prstGeom prst="rect">
            <a:avLst/>
          </a:prstGeom>
        </p:spPr>
        <p:txBody>
          <a:bodyPr anchorCtr="0" anchor="t" bIns="180000" lIns="180000" spcFirstLastPara="1" rIns="180000" wrap="square" tIns="180000">
            <a:normAutofit/>
          </a:bodyPr>
          <a:lstStyle/>
          <a:p>
            <a:pPr indent="-90000" lvl="0" marL="180000" rtl="0" algn="l">
              <a:lnSpc>
                <a:spcPct val="115000"/>
              </a:lnSpc>
              <a:spcBef>
                <a:spcPts val="0"/>
              </a:spcBef>
              <a:spcAft>
                <a:spcPts val="500"/>
              </a:spcAft>
              <a:buClr>
                <a:schemeClr val="dk1"/>
              </a:buClr>
              <a:buSzPts val="900"/>
              <a:buFont typeface="Arial"/>
              <a:buNone/>
            </a:pPr>
            <a:r>
              <a:t/>
            </a:r>
            <a:endParaRPr/>
          </a:p>
        </p:txBody>
      </p:sp>
      <p:sp>
        <p:nvSpPr>
          <p:cNvPr id="776" name="Google Shape;776;p66"/>
          <p:cNvSpPr txBox="1"/>
          <p:nvPr>
            <p:ph idx="7" type="body"/>
          </p:nvPr>
        </p:nvSpPr>
        <p:spPr>
          <a:xfrm>
            <a:off x="4629675" y="1253875"/>
            <a:ext cx="4341600" cy="1299600"/>
          </a:xfrm>
          <a:prstGeom prst="rect">
            <a:avLst/>
          </a:prstGeom>
        </p:spPr>
        <p:txBody>
          <a:bodyPr anchorCtr="0" anchor="t" bIns="180000" lIns="180000" spcFirstLastPara="1" rIns="180000" wrap="square" tIns="180000">
            <a:normAutofit/>
          </a:bodyPr>
          <a:lstStyle/>
          <a:p>
            <a:pPr indent="-90000" lvl="0" marL="180000" rtl="0" algn="l">
              <a:lnSpc>
                <a:spcPct val="115000"/>
              </a:lnSpc>
              <a:spcBef>
                <a:spcPts val="0"/>
              </a:spcBef>
              <a:spcAft>
                <a:spcPts val="500"/>
              </a:spcAft>
              <a:buClr>
                <a:schemeClr val="dk1"/>
              </a:buClr>
              <a:buSzPts val="900"/>
              <a:buFont typeface="Arial"/>
              <a:buNone/>
            </a:pPr>
            <a:r>
              <a:t/>
            </a:r>
            <a:endParaRPr/>
          </a:p>
        </p:txBody>
      </p:sp>
      <p:sp>
        <p:nvSpPr>
          <p:cNvPr id="777" name="Google Shape;777;p66"/>
          <p:cNvSpPr txBox="1"/>
          <p:nvPr>
            <p:ph idx="8" type="subTitle"/>
          </p:nvPr>
        </p:nvSpPr>
        <p:spPr>
          <a:xfrm>
            <a:off x="4814750" y="3005200"/>
            <a:ext cx="2048400" cy="378000"/>
          </a:xfrm>
          <a:prstGeom prst="rect">
            <a:avLst/>
          </a:prstGeom>
        </p:spPr>
        <p:txBody>
          <a:bodyPr anchorCtr="0" anchor="t" bIns="0" lIns="180000" spcFirstLastPara="1" rIns="180000" wrap="square" tIns="0">
            <a:normAutofit/>
          </a:bodyPr>
          <a:lstStyle/>
          <a:p>
            <a:pPr indent="0" lvl="0" marL="0" rtl="0" algn="l">
              <a:lnSpc>
                <a:spcPct val="115000"/>
              </a:lnSpc>
              <a:spcBef>
                <a:spcPts val="0"/>
              </a:spcBef>
              <a:spcAft>
                <a:spcPts val="0"/>
              </a:spcAft>
              <a:buSzPts val="2200"/>
              <a:buNone/>
            </a:pPr>
            <a:r>
              <a:rPr lang="en"/>
              <a:t>Initial Findings</a:t>
            </a:r>
            <a:endParaRPr/>
          </a:p>
        </p:txBody>
      </p:sp>
      <p:sp>
        <p:nvSpPr>
          <p:cNvPr id="778" name="Google Shape;778;p66"/>
          <p:cNvSpPr txBox="1"/>
          <p:nvPr>
            <p:ph idx="4294967295" type="body"/>
          </p:nvPr>
        </p:nvSpPr>
        <p:spPr>
          <a:xfrm>
            <a:off x="4629675" y="3361192"/>
            <a:ext cx="4341600" cy="1299600"/>
          </a:xfrm>
          <a:prstGeom prst="rect">
            <a:avLst/>
          </a:prstGeom>
        </p:spPr>
        <p:txBody>
          <a:bodyPr anchorCtr="0" anchor="t" bIns="180000" lIns="180000" spcFirstLastPara="1" rIns="180000" wrap="square" tIns="180000">
            <a:normAutofit fontScale="92500" lnSpcReduction="20000"/>
          </a:bodyPr>
          <a:lstStyle/>
          <a:p>
            <a:pPr indent="-90000" lvl="0" marL="180000" rtl="0" algn="l">
              <a:lnSpc>
                <a:spcPct val="115000"/>
              </a:lnSpc>
              <a:spcBef>
                <a:spcPts val="0"/>
              </a:spcBef>
              <a:spcAft>
                <a:spcPts val="0"/>
              </a:spcAft>
              <a:buClr>
                <a:schemeClr val="dk1"/>
              </a:buClr>
              <a:buSzPct val="81818"/>
              <a:buFont typeface="Arial"/>
              <a:buNone/>
            </a:pPr>
            <a:r>
              <a:rPr lang="en" sz="1100">
                <a:latin typeface="Neuton"/>
                <a:ea typeface="Neuton"/>
                <a:cs typeface="Neuton"/>
                <a:sym typeface="Neuton"/>
              </a:rPr>
              <a:t>–</a:t>
            </a:r>
            <a:r>
              <a:rPr lang="en" sz="1100">
                <a:latin typeface="Neuton"/>
                <a:ea typeface="Neuton"/>
                <a:cs typeface="Neuton"/>
                <a:sym typeface="Neuton"/>
              </a:rPr>
              <a:t> Found that initial hypotheses were evident in the data, however, there is more to be discovered and deeper analysis needs to be investigated. </a:t>
            </a:r>
            <a:endParaRPr sz="1100">
              <a:latin typeface="Neuton"/>
              <a:ea typeface="Neuton"/>
              <a:cs typeface="Neuton"/>
              <a:sym typeface="Neuton"/>
            </a:endParaRPr>
          </a:p>
          <a:p>
            <a:pPr indent="-90000" lvl="0" marL="180000" rtl="0" algn="l">
              <a:lnSpc>
                <a:spcPct val="115000"/>
              </a:lnSpc>
              <a:spcBef>
                <a:spcPts val="500"/>
              </a:spcBef>
              <a:spcAft>
                <a:spcPts val="0"/>
              </a:spcAft>
              <a:buClr>
                <a:schemeClr val="dk1"/>
              </a:buClr>
              <a:buSzPct val="81818"/>
              <a:buFont typeface="Arial"/>
              <a:buNone/>
            </a:pPr>
            <a:r>
              <a:t/>
            </a:r>
            <a:endParaRPr sz="1100">
              <a:latin typeface="Neuton"/>
              <a:ea typeface="Neuton"/>
              <a:cs typeface="Neuton"/>
              <a:sym typeface="Neuton"/>
            </a:endParaRPr>
          </a:p>
          <a:p>
            <a:pPr indent="-90000" lvl="0" marL="180000" rtl="0" algn="l">
              <a:lnSpc>
                <a:spcPct val="115000"/>
              </a:lnSpc>
              <a:spcBef>
                <a:spcPts val="500"/>
              </a:spcBef>
              <a:spcAft>
                <a:spcPts val="0"/>
              </a:spcAft>
              <a:buClr>
                <a:schemeClr val="dk1"/>
              </a:buClr>
              <a:buSzPct val="81818"/>
              <a:buFont typeface="Arial"/>
              <a:buNone/>
            </a:pPr>
            <a:r>
              <a:t/>
            </a:r>
            <a:endParaRPr sz="1100">
              <a:latin typeface="Neuton"/>
              <a:ea typeface="Neuton"/>
              <a:cs typeface="Neuton"/>
              <a:sym typeface="Neuton"/>
            </a:endParaRPr>
          </a:p>
          <a:p>
            <a:pPr indent="-90000" lvl="0" marL="180000" rtl="0" algn="l">
              <a:lnSpc>
                <a:spcPct val="115000"/>
              </a:lnSpc>
              <a:spcBef>
                <a:spcPts val="500"/>
              </a:spcBef>
              <a:spcAft>
                <a:spcPts val="500"/>
              </a:spcAft>
              <a:buClr>
                <a:schemeClr val="dk1"/>
              </a:buClr>
              <a:buSzPct val="81818"/>
              <a:buFont typeface="Arial"/>
              <a:buNone/>
            </a:pPr>
            <a:r>
              <a:t/>
            </a:r>
            <a:endParaRPr sz="1100">
              <a:latin typeface="Neuton"/>
              <a:ea typeface="Neuton"/>
              <a:cs typeface="Neuton"/>
              <a:sym typeface="Neuton"/>
            </a:endParaRPr>
          </a:p>
        </p:txBody>
      </p:sp>
      <p:pic>
        <p:nvPicPr>
          <p:cNvPr id="779" name="Google Shape;779;p66"/>
          <p:cNvPicPr preferRelativeResize="0"/>
          <p:nvPr/>
        </p:nvPicPr>
        <p:blipFill>
          <a:blip r:embed="rId3">
            <a:alphaModFix/>
          </a:blip>
          <a:stretch>
            <a:fillRect/>
          </a:stretch>
        </p:blipFill>
        <p:spPr>
          <a:xfrm>
            <a:off x="208925" y="637575"/>
            <a:ext cx="4203675" cy="1915900"/>
          </a:xfrm>
          <a:prstGeom prst="rect">
            <a:avLst/>
          </a:prstGeom>
          <a:noFill/>
          <a:ln>
            <a:noFill/>
          </a:ln>
        </p:spPr>
      </p:pic>
      <p:pic>
        <p:nvPicPr>
          <p:cNvPr id="780" name="Google Shape;780;p66"/>
          <p:cNvPicPr preferRelativeResize="0"/>
          <p:nvPr/>
        </p:nvPicPr>
        <p:blipFill>
          <a:blip r:embed="rId4">
            <a:alphaModFix/>
          </a:blip>
          <a:stretch>
            <a:fillRect/>
          </a:stretch>
        </p:blipFill>
        <p:spPr>
          <a:xfrm>
            <a:off x="4558925" y="603998"/>
            <a:ext cx="4483100" cy="1991025"/>
          </a:xfrm>
          <a:prstGeom prst="rect">
            <a:avLst/>
          </a:prstGeom>
          <a:noFill/>
          <a:ln>
            <a:noFill/>
          </a:ln>
        </p:spPr>
      </p:pic>
      <p:sp>
        <p:nvSpPr>
          <p:cNvPr id="781" name="Google Shape;781;p66"/>
          <p:cNvSpPr txBox="1"/>
          <p:nvPr/>
        </p:nvSpPr>
        <p:spPr>
          <a:xfrm>
            <a:off x="393850" y="3005200"/>
            <a:ext cx="3655800" cy="160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2200"/>
              <a:buFont typeface="Arial"/>
              <a:buNone/>
            </a:pPr>
            <a:r>
              <a:t/>
            </a:r>
            <a:endParaRPr sz="10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000">
              <a:solidFill>
                <a:schemeClr val="dk1"/>
              </a:solidFill>
              <a:latin typeface="Hanken Grotesk"/>
              <a:ea typeface="Hanken Grotesk"/>
              <a:cs typeface="Hanken Grotesk"/>
              <a:sym typeface="Hanken Grotes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grpSp>
        <p:nvGrpSpPr>
          <p:cNvPr id="786" name="Google Shape;786;p67"/>
          <p:cNvGrpSpPr/>
          <p:nvPr/>
        </p:nvGrpSpPr>
        <p:grpSpPr>
          <a:xfrm>
            <a:off x="2391741" y="972138"/>
            <a:ext cx="2156700" cy="3200661"/>
            <a:chOff x="2391741" y="972138"/>
            <a:chExt cx="2156700" cy="3200661"/>
          </a:xfrm>
        </p:grpSpPr>
        <p:sp>
          <p:nvSpPr>
            <p:cNvPr id="787" name="Google Shape;787;p67"/>
            <p:cNvSpPr/>
            <p:nvPr/>
          </p:nvSpPr>
          <p:spPr>
            <a:xfrm>
              <a:off x="2391741" y="1148799"/>
              <a:ext cx="2156700" cy="30240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88" name="Google Shape;788;p67"/>
            <p:cNvSpPr/>
            <p:nvPr/>
          </p:nvSpPr>
          <p:spPr>
            <a:xfrm>
              <a:off x="2479025" y="972138"/>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789" name="Google Shape;789;p67"/>
          <p:cNvGrpSpPr/>
          <p:nvPr/>
        </p:nvGrpSpPr>
        <p:grpSpPr>
          <a:xfrm>
            <a:off x="192897" y="972138"/>
            <a:ext cx="2156700" cy="3200661"/>
            <a:chOff x="192897" y="972138"/>
            <a:chExt cx="2156700" cy="3200661"/>
          </a:xfrm>
        </p:grpSpPr>
        <p:sp>
          <p:nvSpPr>
            <p:cNvPr id="790" name="Google Shape;790;p67"/>
            <p:cNvSpPr/>
            <p:nvPr/>
          </p:nvSpPr>
          <p:spPr>
            <a:xfrm>
              <a:off x="192897" y="1148799"/>
              <a:ext cx="2156700" cy="30240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91" name="Google Shape;791;p67"/>
            <p:cNvSpPr/>
            <p:nvPr/>
          </p:nvSpPr>
          <p:spPr>
            <a:xfrm>
              <a:off x="286050" y="972138"/>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792" name="Google Shape;792;p67"/>
          <p:cNvGrpSpPr/>
          <p:nvPr/>
        </p:nvGrpSpPr>
        <p:grpSpPr>
          <a:xfrm>
            <a:off x="4589494" y="972125"/>
            <a:ext cx="2156700" cy="3200674"/>
            <a:chOff x="4589494" y="972125"/>
            <a:chExt cx="2156700" cy="3200674"/>
          </a:xfrm>
        </p:grpSpPr>
        <p:sp>
          <p:nvSpPr>
            <p:cNvPr id="793" name="Google Shape;793;p67"/>
            <p:cNvSpPr/>
            <p:nvPr/>
          </p:nvSpPr>
          <p:spPr>
            <a:xfrm>
              <a:off x="4589494" y="1148799"/>
              <a:ext cx="2156700" cy="30240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94" name="Google Shape;794;p67"/>
            <p:cNvSpPr/>
            <p:nvPr/>
          </p:nvSpPr>
          <p:spPr>
            <a:xfrm>
              <a:off x="4677738" y="972125"/>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795" name="Google Shape;795;p67"/>
          <p:cNvGrpSpPr/>
          <p:nvPr/>
        </p:nvGrpSpPr>
        <p:grpSpPr>
          <a:xfrm>
            <a:off x="6788922" y="972138"/>
            <a:ext cx="2156700" cy="3200661"/>
            <a:chOff x="192897" y="972138"/>
            <a:chExt cx="2156700" cy="3200661"/>
          </a:xfrm>
        </p:grpSpPr>
        <p:sp>
          <p:nvSpPr>
            <p:cNvPr id="796" name="Google Shape;796;p67"/>
            <p:cNvSpPr/>
            <p:nvPr/>
          </p:nvSpPr>
          <p:spPr>
            <a:xfrm>
              <a:off x="192897" y="1148799"/>
              <a:ext cx="2156700" cy="3024000"/>
            </a:xfrm>
            <a:prstGeom prst="roundRect">
              <a:avLst>
                <a:gd fmla="val 59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97" name="Google Shape;797;p67"/>
            <p:cNvSpPr/>
            <p:nvPr/>
          </p:nvSpPr>
          <p:spPr>
            <a:xfrm>
              <a:off x="286050" y="972138"/>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798" name="Google Shape;798;p67"/>
          <p:cNvSpPr txBox="1"/>
          <p:nvPr>
            <p:ph idx="9" type="body"/>
          </p:nvPr>
        </p:nvSpPr>
        <p:spPr>
          <a:xfrm>
            <a:off x="192900" y="1258350"/>
            <a:ext cx="2156700" cy="2736300"/>
          </a:xfrm>
          <a:prstGeom prst="rect">
            <a:avLst/>
          </a:prstGeom>
        </p:spPr>
        <p:txBody>
          <a:bodyPr anchorCtr="0" anchor="t" bIns="0" lIns="108000" spcFirstLastPara="1" rIns="108000" wrap="square" tIns="0">
            <a:normAutofit/>
          </a:bodyPr>
          <a:lstStyle/>
          <a:p>
            <a:pPr indent="0" lvl="0" marL="0" rtl="0" algn="l">
              <a:spcBef>
                <a:spcPts val="0"/>
              </a:spcBef>
              <a:spcAft>
                <a:spcPts val="0"/>
              </a:spcAft>
              <a:buClr>
                <a:schemeClr val="dk1"/>
              </a:buClr>
              <a:buSzPts val="1100"/>
              <a:buFont typeface="Arial"/>
              <a:buNone/>
            </a:pPr>
            <a:r>
              <a:rPr b="1" lang="en" sz="1500">
                <a:latin typeface="Neuton"/>
                <a:ea typeface="Neuton"/>
                <a:cs typeface="Neuton"/>
                <a:sym typeface="Neuton"/>
              </a:rPr>
              <a:t>Women Olympian winning (Gold) Sport/Events: </a:t>
            </a:r>
            <a:endParaRPr b="1" sz="1500">
              <a:latin typeface="Neuton"/>
              <a:ea typeface="Neuton"/>
              <a:cs typeface="Neuton"/>
              <a:sym typeface="Neuton"/>
            </a:endParaRPr>
          </a:p>
          <a:p>
            <a:pPr indent="0" lvl="0" marL="0" rtl="0" algn="l">
              <a:spcBef>
                <a:spcPts val="0"/>
              </a:spcBef>
              <a:spcAft>
                <a:spcPts val="0"/>
              </a:spcAft>
              <a:buClr>
                <a:schemeClr val="dk1"/>
              </a:buClr>
              <a:buSzPts val="1100"/>
              <a:buFont typeface="Arial"/>
              <a:buNone/>
            </a:pPr>
            <a:r>
              <a:t/>
            </a:r>
            <a:endParaRPr b="1" sz="1500">
              <a:latin typeface="Neuton"/>
              <a:ea typeface="Neuton"/>
              <a:cs typeface="Neuton"/>
              <a:sym typeface="Neuton"/>
            </a:endParaRPr>
          </a:p>
          <a:p>
            <a:pPr indent="0" lvl="0" marL="0" rtl="0" algn="l">
              <a:spcBef>
                <a:spcPts val="0"/>
              </a:spcBef>
              <a:spcAft>
                <a:spcPts val="0"/>
              </a:spcAft>
              <a:buClr>
                <a:schemeClr val="dk1"/>
              </a:buClr>
              <a:buSzPts val="1100"/>
              <a:buFont typeface="Arial"/>
              <a:buNone/>
            </a:pPr>
            <a:r>
              <a:rPr i="1" lang="en" sz="1500">
                <a:solidFill>
                  <a:srgbClr val="0000FF"/>
                </a:solidFill>
                <a:latin typeface="Neuton"/>
                <a:ea typeface="Neuton"/>
                <a:cs typeface="Neuton"/>
                <a:sym typeface="Neuton"/>
              </a:rPr>
              <a:t>*What sports do women olympians win the most Gold in. </a:t>
            </a:r>
            <a:endParaRPr i="1" sz="1500">
              <a:solidFill>
                <a:srgbClr val="0000FF"/>
              </a:solidFill>
              <a:latin typeface="Neuton"/>
              <a:ea typeface="Neuton"/>
              <a:cs typeface="Neuton"/>
              <a:sym typeface="Neuton"/>
            </a:endParaRPr>
          </a:p>
          <a:p>
            <a:pPr indent="0" lvl="0" marL="0" rtl="0" algn="l">
              <a:lnSpc>
                <a:spcPct val="115000"/>
              </a:lnSpc>
              <a:spcBef>
                <a:spcPts val="0"/>
              </a:spcBef>
              <a:spcAft>
                <a:spcPts val="0"/>
              </a:spcAft>
              <a:buClr>
                <a:schemeClr val="dk1"/>
              </a:buClr>
              <a:buSzPts val="900"/>
              <a:buFont typeface="Arial"/>
              <a:buNone/>
            </a:pPr>
            <a:r>
              <a:t/>
            </a:r>
            <a:endParaRPr sz="1400">
              <a:latin typeface="Neuton"/>
              <a:ea typeface="Neuton"/>
              <a:cs typeface="Neuton"/>
              <a:sym typeface="Neuton"/>
            </a:endParaRPr>
          </a:p>
        </p:txBody>
      </p:sp>
      <p:sp>
        <p:nvSpPr>
          <p:cNvPr id="799" name="Google Shape;799;p67"/>
          <p:cNvSpPr txBox="1"/>
          <p:nvPr>
            <p:ph idx="13" type="body"/>
          </p:nvPr>
        </p:nvSpPr>
        <p:spPr>
          <a:xfrm>
            <a:off x="2391200" y="1258350"/>
            <a:ext cx="2156700" cy="2608200"/>
          </a:xfrm>
          <a:prstGeom prst="rect">
            <a:avLst/>
          </a:prstGeom>
        </p:spPr>
        <p:txBody>
          <a:bodyPr anchorCtr="0" anchor="t" bIns="0" lIns="108000" spcFirstLastPara="1" rIns="108000" wrap="square" tIns="0">
            <a:normAutofit/>
          </a:bodyPr>
          <a:lstStyle/>
          <a:p>
            <a:pPr indent="0" lvl="0" marL="0" rtl="0" algn="l">
              <a:spcBef>
                <a:spcPts val="0"/>
              </a:spcBef>
              <a:spcAft>
                <a:spcPts val="0"/>
              </a:spcAft>
              <a:buClr>
                <a:schemeClr val="dk1"/>
              </a:buClr>
              <a:buSzPts val="1100"/>
              <a:buFont typeface="Arial"/>
              <a:buNone/>
            </a:pPr>
            <a:r>
              <a:rPr b="1" lang="en" sz="1400">
                <a:latin typeface="Neuton"/>
                <a:ea typeface="Neuton"/>
                <a:cs typeface="Neuton"/>
                <a:sym typeface="Neuton"/>
              </a:rPr>
              <a:t>Women Olympian (Gold) Medalists in NATO Countries: </a:t>
            </a:r>
            <a:endParaRPr b="1" sz="1400">
              <a:latin typeface="Neuton"/>
              <a:ea typeface="Neuton"/>
              <a:cs typeface="Neuton"/>
              <a:sym typeface="Neuton"/>
            </a:endParaRPr>
          </a:p>
          <a:p>
            <a:pPr indent="0" lvl="0" marL="0" rtl="0" algn="l">
              <a:spcBef>
                <a:spcPts val="0"/>
              </a:spcBef>
              <a:spcAft>
                <a:spcPts val="0"/>
              </a:spcAft>
              <a:buClr>
                <a:schemeClr val="dk1"/>
              </a:buClr>
              <a:buSzPts val="1100"/>
              <a:buFont typeface="Arial"/>
              <a:buNone/>
            </a:pPr>
            <a:r>
              <a:t/>
            </a:r>
            <a:endParaRPr b="1" sz="1400">
              <a:latin typeface="Neuton"/>
              <a:ea typeface="Neuton"/>
              <a:cs typeface="Neuton"/>
              <a:sym typeface="Neuton"/>
            </a:endParaRPr>
          </a:p>
          <a:p>
            <a:pPr indent="0" lvl="0" marL="0" rtl="0" algn="l">
              <a:spcBef>
                <a:spcPts val="0"/>
              </a:spcBef>
              <a:spcAft>
                <a:spcPts val="0"/>
              </a:spcAft>
              <a:buClr>
                <a:schemeClr val="dk1"/>
              </a:buClr>
              <a:buSzPts val="1100"/>
              <a:buFont typeface="Arial"/>
              <a:buNone/>
            </a:pPr>
            <a:r>
              <a:rPr i="1" lang="en" sz="1400">
                <a:solidFill>
                  <a:srgbClr val="0000FF"/>
                </a:solidFill>
                <a:latin typeface="Neuton"/>
                <a:ea typeface="Neuton"/>
                <a:cs typeface="Neuton"/>
                <a:sym typeface="Neuton"/>
              </a:rPr>
              <a:t>* The women olympians who won Gold how many of them were from NATO countries</a:t>
            </a:r>
            <a:r>
              <a:rPr i="1" lang="en" sz="1100">
                <a:solidFill>
                  <a:srgbClr val="0000FF"/>
                </a:solidFill>
                <a:latin typeface="Arial"/>
                <a:ea typeface="Arial"/>
                <a:cs typeface="Arial"/>
                <a:sym typeface="Arial"/>
              </a:rPr>
              <a:t>. </a:t>
            </a:r>
            <a:endParaRPr i="1" sz="1100">
              <a:solidFill>
                <a:srgbClr val="0000FF"/>
              </a:solidFill>
              <a:latin typeface="Arial"/>
              <a:ea typeface="Arial"/>
              <a:cs typeface="Arial"/>
              <a:sym typeface="Arial"/>
            </a:endParaRPr>
          </a:p>
          <a:p>
            <a:pPr indent="0" lvl="0" marL="0" rtl="0" algn="l">
              <a:lnSpc>
                <a:spcPct val="115000"/>
              </a:lnSpc>
              <a:spcBef>
                <a:spcPts val="0"/>
              </a:spcBef>
              <a:spcAft>
                <a:spcPts val="0"/>
              </a:spcAft>
              <a:buClr>
                <a:schemeClr val="dk1"/>
              </a:buClr>
              <a:buSzPts val="900"/>
              <a:buFont typeface="Arial"/>
              <a:buNone/>
            </a:pPr>
            <a:r>
              <a:t/>
            </a:r>
            <a:endParaRPr/>
          </a:p>
        </p:txBody>
      </p:sp>
      <p:sp>
        <p:nvSpPr>
          <p:cNvPr id="800" name="Google Shape;800;p67"/>
          <p:cNvSpPr txBox="1"/>
          <p:nvPr>
            <p:ph idx="14" type="body"/>
          </p:nvPr>
        </p:nvSpPr>
        <p:spPr>
          <a:xfrm>
            <a:off x="4590600" y="1258400"/>
            <a:ext cx="2156700" cy="2736300"/>
          </a:xfrm>
          <a:prstGeom prst="rect">
            <a:avLst/>
          </a:prstGeom>
        </p:spPr>
        <p:txBody>
          <a:bodyPr anchorCtr="0" anchor="t" bIns="0" lIns="108000" spcFirstLastPara="1" rIns="108000" wrap="square" tIns="0">
            <a:normAutofit/>
          </a:bodyPr>
          <a:lstStyle/>
          <a:p>
            <a:pPr indent="0" lvl="0" marL="0" rtl="0" algn="l">
              <a:spcBef>
                <a:spcPts val="0"/>
              </a:spcBef>
              <a:spcAft>
                <a:spcPts val="0"/>
              </a:spcAft>
              <a:buClr>
                <a:schemeClr val="dk1"/>
              </a:buClr>
              <a:buSzPts val="1100"/>
              <a:buFont typeface="Arial"/>
              <a:buNone/>
            </a:pPr>
            <a:r>
              <a:rPr b="1" lang="en" sz="1400">
                <a:latin typeface="Neuton"/>
                <a:ea typeface="Neuton"/>
                <a:cs typeface="Neuton"/>
                <a:sym typeface="Neuton"/>
              </a:rPr>
              <a:t>Women Olympian (Gold) Medalist Demographics in NATO countries: </a:t>
            </a:r>
            <a:endParaRPr b="1" sz="1400">
              <a:latin typeface="Neuton"/>
              <a:ea typeface="Neuton"/>
              <a:cs typeface="Neuton"/>
              <a:sym typeface="Neuton"/>
            </a:endParaRPr>
          </a:p>
          <a:p>
            <a:pPr indent="0" lvl="0" marL="0" rtl="0" algn="l">
              <a:spcBef>
                <a:spcPts val="0"/>
              </a:spcBef>
              <a:spcAft>
                <a:spcPts val="0"/>
              </a:spcAft>
              <a:buClr>
                <a:schemeClr val="dk1"/>
              </a:buClr>
              <a:buSzPts val="1100"/>
              <a:buFont typeface="Arial"/>
              <a:buNone/>
            </a:pPr>
            <a:r>
              <a:t/>
            </a:r>
            <a:endParaRPr i="1" sz="1400">
              <a:solidFill>
                <a:srgbClr val="0000FF"/>
              </a:solidFill>
              <a:latin typeface="Neuton"/>
              <a:ea typeface="Neuton"/>
              <a:cs typeface="Neuton"/>
              <a:sym typeface="Neuton"/>
            </a:endParaRPr>
          </a:p>
          <a:p>
            <a:pPr indent="0" lvl="0" marL="0" rtl="0" algn="l">
              <a:spcBef>
                <a:spcPts val="0"/>
              </a:spcBef>
              <a:spcAft>
                <a:spcPts val="0"/>
              </a:spcAft>
              <a:buClr>
                <a:schemeClr val="dk1"/>
              </a:buClr>
              <a:buSzPts val="1100"/>
              <a:buFont typeface="Arial"/>
              <a:buNone/>
            </a:pPr>
            <a:r>
              <a:rPr i="1" lang="en" sz="1400">
                <a:solidFill>
                  <a:srgbClr val="0000FF"/>
                </a:solidFill>
                <a:latin typeface="Neuton"/>
                <a:ea typeface="Neuton"/>
                <a:cs typeface="Neuton"/>
                <a:sym typeface="Neuton"/>
              </a:rPr>
              <a:t>* What is the demographics (avg. height and weight) of those gold medalists in those sports (the most dominant) who were in those NATO countries. </a:t>
            </a:r>
            <a:endParaRPr i="1" sz="1400">
              <a:solidFill>
                <a:srgbClr val="0000FF"/>
              </a:solidFill>
              <a:latin typeface="Neuton"/>
              <a:ea typeface="Neuton"/>
              <a:cs typeface="Neuton"/>
              <a:sym typeface="Neuton"/>
            </a:endParaRPr>
          </a:p>
          <a:p>
            <a:pPr indent="0" lvl="0" marL="0" rtl="0" algn="l">
              <a:lnSpc>
                <a:spcPct val="115000"/>
              </a:lnSpc>
              <a:spcBef>
                <a:spcPts val="0"/>
              </a:spcBef>
              <a:spcAft>
                <a:spcPts val="0"/>
              </a:spcAft>
              <a:buClr>
                <a:schemeClr val="dk1"/>
              </a:buClr>
              <a:buSzPts val="900"/>
              <a:buFont typeface="Arial"/>
              <a:buNone/>
            </a:pPr>
            <a:r>
              <a:t/>
            </a:r>
            <a:endParaRPr/>
          </a:p>
        </p:txBody>
      </p:sp>
      <p:sp>
        <p:nvSpPr>
          <p:cNvPr id="801" name="Google Shape;801;p67"/>
          <p:cNvSpPr txBox="1"/>
          <p:nvPr>
            <p:ph idx="15" type="body"/>
          </p:nvPr>
        </p:nvSpPr>
        <p:spPr>
          <a:xfrm>
            <a:off x="6789450" y="1175075"/>
            <a:ext cx="2156700" cy="2997600"/>
          </a:xfrm>
          <a:prstGeom prst="rect">
            <a:avLst/>
          </a:prstGeom>
        </p:spPr>
        <p:txBody>
          <a:bodyPr anchorCtr="0" anchor="t" bIns="0" lIns="108000" spcFirstLastPara="1" rIns="108000" wrap="square" tIns="0">
            <a:normAutofit fontScale="25000"/>
          </a:bodyPr>
          <a:lstStyle/>
          <a:p>
            <a:pPr indent="0" lvl="0" marL="0" rtl="0" algn="l">
              <a:spcBef>
                <a:spcPts val="0"/>
              </a:spcBef>
              <a:spcAft>
                <a:spcPts val="0"/>
              </a:spcAft>
              <a:buClr>
                <a:schemeClr val="dk1"/>
              </a:buClr>
              <a:buSzPct val="36963"/>
              <a:buFont typeface="Arial"/>
              <a:buNone/>
            </a:pPr>
            <a:r>
              <a:rPr b="1" lang="en" sz="2976">
                <a:latin typeface="Neuton"/>
                <a:ea typeface="Neuton"/>
                <a:cs typeface="Neuton"/>
                <a:sym typeface="Neuton"/>
              </a:rPr>
              <a:t>Description: </a:t>
            </a:r>
            <a:endParaRPr b="1" sz="2976">
              <a:latin typeface="Neuton"/>
              <a:ea typeface="Neuton"/>
              <a:cs typeface="Neuton"/>
              <a:sym typeface="Neuton"/>
            </a:endParaRPr>
          </a:p>
          <a:p>
            <a:pPr indent="0" lvl="0" marL="0" rtl="0" algn="l">
              <a:spcBef>
                <a:spcPts val="0"/>
              </a:spcBef>
              <a:spcAft>
                <a:spcPts val="0"/>
              </a:spcAft>
              <a:buClr>
                <a:schemeClr val="dk1"/>
              </a:buClr>
              <a:buSzPct val="36963"/>
              <a:buFont typeface="Arial"/>
              <a:buNone/>
            </a:pPr>
            <a:r>
              <a:t/>
            </a:r>
            <a:endParaRPr b="1" sz="2976">
              <a:latin typeface="Neuton"/>
              <a:ea typeface="Neuton"/>
              <a:cs typeface="Neuton"/>
              <a:sym typeface="Neuton"/>
            </a:endParaRPr>
          </a:p>
          <a:p>
            <a:pPr indent="0" lvl="0" marL="0" rtl="0" algn="l">
              <a:lnSpc>
                <a:spcPct val="200000"/>
              </a:lnSpc>
              <a:spcBef>
                <a:spcPts val="0"/>
              </a:spcBef>
              <a:spcAft>
                <a:spcPts val="0"/>
              </a:spcAft>
              <a:buClr>
                <a:schemeClr val="dk1"/>
              </a:buClr>
              <a:buSzPct val="32561"/>
              <a:buFont typeface="Arial"/>
              <a:buNone/>
            </a:pPr>
            <a:r>
              <a:rPr lang="en" sz="3378">
                <a:latin typeface="Neuton"/>
                <a:ea typeface="Neuton"/>
                <a:cs typeface="Neuton"/>
                <a:sym typeface="Neuton"/>
              </a:rPr>
              <a:t>My goal is to identify and analyze any correlation/patterns in the Olympian’s gender and the demographics (height, weight, country) at play. Do these demographics help or hinder their ability to win Gold? Hopefully, The primary audience will be sports historians and journalists who might be interested in knowing the evolving statistics between old and new emerging countries winning gold. One thing I should have added were the year </a:t>
            </a:r>
            <a:r>
              <a:rPr lang="en" sz="3378">
                <a:latin typeface="Neuton"/>
                <a:ea typeface="Neuton"/>
                <a:cs typeface="Neuton"/>
                <a:sym typeface="Neuton"/>
              </a:rPr>
              <a:t>metrics. </a:t>
            </a:r>
            <a:endParaRPr sz="1902">
              <a:latin typeface="Arial"/>
              <a:ea typeface="Arial"/>
              <a:cs typeface="Arial"/>
              <a:sym typeface="Arial"/>
            </a:endParaRPr>
          </a:p>
          <a:p>
            <a:pPr indent="0" lvl="0" marL="0" rtl="0" algn="l">
              <a:lnSpc>
                <a:spcPct val="115000"/>
              </a:lnSpc>
              <a:spcBef>
                <a:spcPts val="0"/>
              </a:spcBef>
              <a:spcAft>
                <a:spcPts val="0"/>
              </a:spcAft>
              <a:buClr>
                <a:schemeClr val="dk1"/>
              </a:buClr>
              <a:buSzPct val="90000"/>
              <a:buFont typeface="Arial"/>
              <a:buNone/>
            </a:pPr>
            <a:r>
              <a:t/>
            </a:r>
            <a:endParaRPr/>
          </a:p>
        </p:txBody>
      </p:sp>
      <p:sp>
        <p:nvSpPr>
          <p:cNvPr id="802" name="Google Shape;802;p67"/>
          <p:cNvSpPr txBox="1"/>
          <p:nvPr>
            <p:ph idx="1" type="subTitle"/>
          </p:nvPr>
        </p:nvSpPr>
        <p:spPr>
          <a:xfrm>
            <a:off x="526900" y="193100"/>
            <a:ext cx="3696300" cy="1539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SzPts val="1000"/>
              <a:buNone/>
            </a:pPr>
            <a:r>
              <a:rPr lang="en" sz="1500">
                <a:latin typeface="Neuton"/>
                <a:ea typeface="Neuton"/>
                <a:cs typeface="Neuton"/>
                <a:sym typeface="Neuton"/>
              </a:rPr>
              <a:t>Initial Findings cont’d</a:t>
            </a:r>
            <a:endParaRPr sz="1500">
              <a:latin typeface="Neuton"/>
              <a:ea typeface="Neuton"/>
              <a:cs typeface="Neuton"/>
              <a:sym typeface="Neuto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grpSp>
        <p:nvGrpSpPr>
          <p:cNvPr id="807" name="Google Shape;807;p68"/>
          <p:cNvGrpSpPr/>
          <p:nvPr/>
        </p:nvGrpSpPr>
        <p:grpSpPr>
          <a:xfrm>
            <a:off x="6088450" y="501200"/>
            <a:ext cx="2856600" cy="4462300"/>
            <a:chOff x="3140675" y="501200"/>
            <a:chExt cx="2856600" cy="4462300"/>
          </a:xfrm>
        </p:grpSpPr>
        <p:sp>
          <p:nvSpPr>
            <p:cNvPr id="808" name="Google Shape;808;p68"/>
            <p:cNvSpPr/>
            <p:nvPr/>
          </p:nvSpPr>
          <p:spPr>
            <a:xfrm rot="5400000">
              <a:off x="2427125" y="1393350"/>
              <a:ext cx="4283700" cy="28566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09" name="Google Shape;809;p68"/>
            <p:cNvSpPr/>
            <p:nvPr/>
          </p:nvSpPr>
          <p:spPr>
            <a:xfrm>
              <a:off x="3295225" y="501200"/>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810" name="Google Shape;810;p68"/>
          <p:cNvGrpSpPr/>
          <p:nvPr/>
        </p:nvGrpSpPr>
        <p:grpSpPr>
          <a:xfrm>
            <a:off x="192900" y="501200"/>
            <a:ext cx="2856600" cy="4462300"/>
            <a:chOff x="192900" y="501200"/>
            <a:chExt cx="2856600" cy="4462300"/>
          </a:xfrm>
        </p:grpSpPr>
        <p:sp>
          <p:nvSpPr>
            <p:cNvPr id="811" name="Google Shape;811;p68"/>
            <p:cNvSpPr/>
            <p:nvPr/>
          </p:nvSpPr>
          <p:spPr>
            <a:xfrm rot="5400000">
              <a:off x="-520650" y="1393350"/>
              <a:ext cx="4283700" cy="28566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12" name="Google Shape;812;p68"/>
            <p:cNvSpPr/>
            <p:nvPr/>
          </p:nvSpPr>
          <p:spPr>
            <a:xfrm>
              <a:off x="347450" y="501200"/>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813" name="Google Shape;813;p68"/>
          <p:cNvGrpSpPr/>
          <p:nvPr/>
        </p:nvGrpSpPr>
        <p:grpSpPr>
          <a:xfrm>
            <a:off x="3140675" y="501200"/>
            <a:ext cx="2856600" cy="4462300"/>
            <a:chOff x="3140675" y="501200"/>
            <a:chExt cx="2856600" cy="4462300"/>
          </a:xfrm>
        </p:grpSpPr>
        <p:sp>
          <p:nvSpPr>
            <p:cNvPr id="814" name="Google Shape;814;p68"/>
            <p:cNvSpPr/>
            <p:nvPr/>
          </p:nvSpPr>
          <p:spPr>
            <a:xfrm rot="5400000">
              <a:off x="2427125" y="1393350"/>
              <a:ext cx="4283700" cy="28566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15" name="Google Shape;815;p68"/>
            <p:cNvSpPr/>
            <p:nvPr/>
          </p:nvSpPr>
          <p:spPr>
            <a:xfrm>
              <a:off x="3295225" y="501200"/>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816" name="Google Shape;816;p68"/>
          <p:cNvSpPr txBox="1"/>
          <p:nvPr>
            <p:ph type="title"/>
          </p:nvPr>
        </p:nvSpPr>
        <p:spPr>
          <a:xfrm>
            <a:off x="193900" y="795674"/>
            <a:ext cx="2856900" cy="311700"/>
          </a:xfrm>
          <a:prstGeom prst="rect">
            <a:avLst/>
          </a:prstGeom>
        </p:spPr>
        <p:txBody>
          <a:bodyPr anchorCtr="0" anchor="t" bIns="0" lIns="180000" spcFirstLastPara="1" rIns="180000" wrap="square" tIns="0">
            <a:noAutofit/>
          </a:bodyPr>
          <a:lstStyle/>
          <a:p>
            <a:pPr indent="0" lvl="0" marL="0" rtl="0" algn="l">
              <a:lnSpc>
                <a:spcPct val="100000"/>
              </a:lnSpc>
              <a:spcBef>
                <a:spcPts val="0"/>
              </a:spcBef>
              <a:spcAft>
                <a:spcPts val="0"/>
              </a:spcAft>
              <a:buSzPts val="2800"/>
              <a:buNone/>
            </a:pPr>
            <a:r>
              <a:rPr lang="en"/>
              <a:t>Deeper Analysis (Medal) </a:t>
            </a:r>
            <a:endParaRPr/>
          </a:p>
        </p:txBody>
      </p:sp>
      <p:sp>
        <p:nvSpPr>
          <p:cNvPr id="817" name="Google Shape;817;p68"/>
          <p:cNvSpPr txBox="1"/>
          <p:nvPr>
            <p:ph idx="1" type="subTitle"/>
          </p:nvPr>
        </p:nvSpPr>
        <p:spPr>
          <a:xfrm>
            <a:off x="594025" y="184700"/>
            <a:ext cx="3696300" cy="1539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SzPts val="1000"/>
              <a:buNone/>
            </a:pPr>
            <a:r>
              <a:rPr lang="en" sz="1300">
                <a:latin typeface="Neuton"/>
                <a:ea typeface="Neuton"/>
                <a:cs typeface="Neuton"/>
                <a:sym typeface="Neuton"/>
              </a:rPr>
              <a:t>DEEPER ANALYSIS </a:t>
            </a:r>
            <a:endParaRPr sz="1300">
              <a:latin typeface="Neuton"/>
              <a:ea typeface="Neuton"/>
              <a:cs typeface="Neuton"/>
              <a:sym typeface="Neuton"/>
            </a:endParaRPr>
          </a:p>
        </p:txBody>
      </p:sp>
      <p:sp>
        <p:nvSpPr>
          <p:cNvPr id="818" name="Google Shape;818;p68"/>
          <p:cNvSpPr txBox="1"/>
          <p:nvPr>
            <p:ph idx="2" type="title"/>
          </p:nvPr>
        </p:nvSpPr>
        <p:spPr>
          <a:xfrm>
            <a:off x="3141175" y="795678"/>
            <a:ext cx="2856900" cy="267000"/>
          </a:xfrm>
          <a:prstGeom prst="rect">
            <a:avLst/>
          </a:prstGeom>
        </p:spPr>
        <p:txBody>
          <a:bodyPr anchorCtr="0" anchor="t" bIns="0" lIns="180000" spcFirstLastPara="1" rIns="180000" wrap="square" tIns="0">
            <a:noAutofit/>
          </a:bodyPr>
          <a:lstStyle/>
          <a:p>
            <a:pPr indent="0" lvl="0" marL="0" rtl="0" algn="l">
              <a:lnSpc>
                <a:spcPct val="100000"/>
              </a:lnSpc>
              <a:spcBef>
                <a:spcPts val="0"/>
              </a:spcBef>
              <a:spcAft>
                <a:spcPts val="0"/>
              </a:spcAft>
              <a:buSzPts val="2800"/>
              <a:buNone/>
            </a:pPr>
            <a:r>
              <a:rPr lang="en"/>
              <a:t>Deeper Analysis (Medal-Non-NATO) </a:t>
            </a:r>
            <a:endParaRPr/>
          </a:p>
        </p:txBody>
      </p:sp>
      <p:sp>
        <p:nvSpPr>
          <p:cNvPr id="819" name="Google Shape;819;p68"/>
          <p:cNvSpPr txBox="1"/>
          <p:nvPr>
            <p:ph idx="3" type="title"/>
          </p:nvPr>
        </p:nvSpPr>
        <p:spPr>
          <a:xfrm>
            <a:off x="6088450" y="795678"/>
            <a:ext cx="2856900" cy="267000"/>
          </a:xfrm>
          <a:prstGeom prst="rect">
            <a:avLst/>
          </a:prstGeom>
        </p:spPr>
        <p:txBody>
          <a:bodyPr anchorCtr="0" anchor="t" bIns="0" lIns="180000" spcFirstLastPara="1" rIns="180000" wrap="square" tIns="0">
            <a:noAutofit/>
          </a:bodyPr>
          <a:lstStyle/>
          <a:p>
            <a:pPr indent="0" lvl="0" marL="0" rtl="0" algn="l">
              <a:lnSpc>
                <a:spcPct val="100000"/>
              </a:lnSpc>
              <a:spcBef>
                <a:spcPts val="0"/>
              </a:spcBef>
              <a:spcAft>
                <a:spcPts val="0"/>
              </a:spcAft>
              <a:buSzPts val="2800"/>
              <a:buNone/>
            </a:pPr>
            <a:r>
              <a:rPr lang="en" sz="1800"/>
              <a:t>Explanation: Medals/Metrics</a:t>
            </a:r>
            <a:r>
              <a:rPr lang="en"/>
              <a:t> </a:t>
            </a:r>
            <a:endParaRPr/>
          </a:p>
        </p:txBody>
      </p:sp>
      <p:sp>
        <p:nvSpPr>
          <p:cNvPr id="820" name="Google Shape;820;p68"/>
          <p:cNvSpPr txBox="1"/>
          <p:nvPr>
            <p:ph idx="4" type="body"/>
          </p:nvPr>
        </p:nvSpPr>
        <p:spPr>
          <a:xfrm>
            <a:off x="194075" y="1414925"/>
            <a:ext cx="2856900" cy="3548700"/>
          </a:xfrm>
          <a:prstGeom prst="rect">
            <a:avLst/>
          </a:prstGeom>
        </p:spPr>
        <p:txBody>
          <a:bodyPr anchorCtr="0" anchor="t" bIns="180000" lIns="180000" spcFirstLastPara="1" rIns="180000" wrap="square" tIns="270000">
            <a:normAutofit/>
          </a:bodyPr>
          <a:lstStyle/>
          <a:p>
            <a:pPr indent="0" lvl="0" marL="0" rtl="0" algn="l">
              <a:lnSpc>
                <a:spcPct val="115000"/>
              </a:lnSpc>
              <a:spcBef>
                <a:spcPts val="0"/>
              </a:spcBef>
              <a:spcAft>
                <a:spcPts val="0"/>
              </a:spcAft>
              <a:buClr>
                <a:schemeClr val="dk1"/>
              </a:buClr>
              <a:buSzPts val="900"/>
              <a:buFont typeface="Arial"/>
              <a:buNone/>
            </a:pPr>
            <a:r>
              <a:t/>
            </a:r>
            <a:endParaRPr/>
          </a:p>
        </p:txBody>
      </p:sp>
      <p:sp>
        <p:nvSpPr>
          <p:cNvPr id="821" name="Google Shape;821;p68"/>
          <p:cNvSpPr txBox="1"/>
          <p:nvPr>
            <p:ph idx="5" type="body"/>
          </p:nvPr>
        </p:nvSpPr>
        <p:spPr>
          <a:xfrm>
            <a:off x="3140525" y="1414925"/>
            <a:ext cx="2856900" cy="3548700"/>
          </a:xfrm>
          <a:prstGeom prst="rect">
            <a:avLst/>
          </a:prstGeom>
        </p:spPr>
        <p:txBody>
          <a:bodyPr anchorCtr="0" anchor="t" bIns="180000" lIns="180000" spcFirstLastPara="1" rIns="180000" wrap="square" tIns="270000">
            <a:normAutofit/>
          </a:bodyPr>
          <a:lstStyle/>
          <a:p>
            <a:pPr indent="0" lvl="0" marL="0" rtl="0" algn="l">
              <a:lnSpc>
                <a:spcPct val="115000"/>
              </a:lnSpc>
              <a:spcBef>
                <a:spcPts val="0"/>
              </a:spcBef>
              <a:spcAft>
                <a:spcPts val="0"/>
              </a:spcAft>
              <a:buClr>
                <a:schemeClr val="dk1"/>
              </a:buClr>
              <a:buSzPts val="900"/>
              <a:buFont typeface="Arial"/>
              <a:buNone/>
            </a:pPr>
            <a:r>
              <a:t/>
            </a:r>
            <a:endParaRPr/>
          </a:p>
        </p:txBody>
      </p:sp>
      <p:sp>
        <p:nvSpPr>
          <p:cNvPr id="822" name="Google Shape;822;p68"/>
          <p:cNvSpPr txBox="1"/>
          <p:nvPr>
            <p:ph idx="6" type="body"/>
          </p:nvPr>
        </p:nvSpPr>
        <p:spPr>
          <a:xfrm>
            <a:off x="6086975" y="1181525"/>
            <a:ext cx="2856900" cy="3782100"/>
          </a:xfrm>
          <a:prstGeom prst="rect">
            <a:avLst/>
          </a:prstGeom>
        </p:spPr>
        <p:txBody>
          <a:bodyPr anchorCtr="0" anchor="t" bIns="180000" lIns="180000" spcFirstLastPara="1" rIns="180000" wrap="square" tIns="270000">
            <a:normAutofit fontScale="92500" lnSpcReduction="20000"/>
          </a:bodyPr>
          <a:lstStyle/>
          <a:p>
            <a:pPr indent="0" lvl="0" marL="0" rtl="0" algn="l">
              <a:lnSpc>
                <a:spcPct val="115000"/>
              </a:lnSpc>
              <a:spcBef>
                <a:spcPts val="0"/>
              </a:spcBef>
              <a:spcAft>
                <a:spcPts val="0"/>
              </a:spcAft>
              <a:buClr>
                <a:schemeClr val="dk1"/>
              </a:buClr>
              <a:buSzPct val="81818"/>
              <a:buFont typeface="Arial"/>
              <a:buNone/>
            </a:pPr>
            <a:r>
              <a:rPr lang="en" sz="1100">
                <a:latin typeface="Neuton"/>
                <a:ea typeface="Neuton"/>
                <a:cs typeface="Neuton"/>
                <a:sym typeface="Neuton"/>
              </a:rPr>
              <a:t>The medal analysis by NATO countries has shown that NATO countries have always shown a higher count in Gold medals in comparison to non-NATO countries. </a:t>
            </a:r>
            <a:endParaRPr sz="1100">
              <a:latin typeface="Neuton"/>
              <a:ea typeface="Neuton"/>
              <a:cs typeface="Neuton"/>
              <a:sym typeface="Neuton"/>
            </a:endParaRPr>
          </a:p>
          <a:p>
            <a:pPr indent="0" lvl="0" marL="0" rtl="0" algn="l">
              <a:lnSpc>
                <a:spcPct val="115000"/>
              </a:lnSpc>
              <a:spcBef>
                <a:spcPts val="0"/>
              </a:spcBef>
              <a:spcAft>
                <a:spcPts val="0"/>
              </a:spcAft>
              <a:buClr>
                <a:schemeClr val="dk1"/>
              </a:buClr>
              <a:buSzPct val="81818"/>
              <a:buFont typeface="Arial"/>
              <a:buNone/>
            </a:pPr>
            <a:r>
              <a:rPr lang="en" sz="1100">
                <a:latin typeface="Neuton"/>
                <a:ea typeface="Neuton"/>
                <a:cs typeface="Neuton"/>
                <a:sym typeface="Neuton"/>
              </a:rPr>
              <a:t>With the United States taking the lead with 5219 gold medals and the Soviet Union taking the lead with 2451 gold medals. The ratio becomes 1.66. Although, NATO countries have an advantage, with winning 1.66 more times, than non-NATO countries. They are slowly taking the lead. </a:t>
            </a:r>
            <a:endParaRPr sz="1100">
              <a:latin typeface="Neuton"/>
              <a:ea typeface="Neuton"/>
              <a:cs typeface="Neuton"/>
              <a:sym typeface="Neuton"/>
            </a:endParaRPr>
          </a:p>
          <a:p>
            <a:pPr indent="0" lvl="0" marL="0" rtl="0" algn="l">
              <a:lnSpc>
                <a:spcPct val="115000"/>
              </a:lnSpc>
              <a:spcBef>
                <a:spcPts val="0"/>
              </a:spcBef>
              <a:spcAft>
                <a:spcPts val="0"/>
              </a:spcAft>
              <a:buClr>
                <a:schemeClr val="dk1"/>
              </a:buClr>
              <a:buSzPct val="81818"/>
              <a:buFont typeface="Arial"/>
              <a:buNone/>
            </a:pPr>
            <a:r>
              <a:t/>
            </a:r>
            <a:endParaRPr sz="1100">
              <a:latin typeface="Neuton"/>
              <a:ea typeface="Neuton"/>
              <a:cs typeface="Neuton"/>
              <a:sym typeface="Neuton"/>
            </a:endParaRPr>
          </a:p>
          <a:p>
            <a:pPr indent="0" lvl="0" marL="0" rtl="0" algn="l">
              <a:lnSpc>
                <a:spcPct val="115000"/>
              </a:lnSpc>
              <a:spcBef>
                <a:spcPts val="0"/>
              </a:spcBef>
              <a:spcAft>
                <a:spcPts val="0"/>
              </a:spcAft>
              <a:buClr>
                <a:schemeClr val="dk1"/>
              </a:buClr>
              <a:buSzPct val="81818"/>
              <a:buFont typeface="Arial"/>
              <a:buNone/>
            </a:pPr>
            <a:r>
              <a:rPr lang="en" sz="1100">
                <a:latin typeface="Neuton"/>
                <a:ea typeface="Neuton"/>
                <a:cs typeface="Neuton"/>
                <a:sym typeface="Neuton"/>
              </a:rPr>
              <a:t>New Metrics: Year </a:t>
            </a:r>
            <a:endParaRPr sz="1100">
              <a:latin typeface="Neuton"/>
              <a:ea typeface="Neuton"/>
              <a:cs typeface="Neuton"/>
              <a:sym typeface="Neuton"/>
            </a:endParaRPr>
          </a:p>
          <a:p>
            <a:pPr indent="0" lvl="0" marL="0" rtl="0" algn="l">
              <a:lnSpc>
                <a:spcPct val="115000"/>
              </a:lnSpc>
              <a:spcBef>
                <a:spcPts val="0"/>
              </a:spcBef>
              <a:spcAft>
                <a:spcPts val="0"/>
              </a:spcAft>
              <a:buClr>
                <a:schemeClr val="dk1"/>
              </a:buClr>
              <a:buSzPct val="81818"/>
              <a:buFont typeface="Arial"/>
              <a:buNone/>
            </a:pPr>
            <a:r>
              <a:rPr lang="en" sz="1100">
                <a:latin typeface="Neuton"/>
                <a:ea typeface="Neuton"/>
                <a:cs typeface="Neuton"/>
                <a:sym typeface="Neuton"/>
              </a:rPr>
              <a:t>This metric will hopefully correctly identify the total medals each region has won since 1945 (end of WW2). This will tell if the year itself has made any improvements in the regions outperforming in different years relative to the overall medals each region has won. </a:t>
            </a:r>
            <a:endParaRPr sz="1100">
              <a:latin typeface="Neuton"/>
              <a:ea typeface="Neuton"/>
              <a:cs typeface="Neuton"/>
              <a:sym typeface="Neuton"/>
            </a:endParaRPr>
          </a:p>
          <a:p>
            <a:pPr indent="0" lvl="0" marL="0" rtl="0" algn="l">
              <a:lnSpc>
                <a:spcPct val="115000"/>
              </a:lnSpc>
              <a:spcBef>
                <a:spcPts val="0"/>
              </a:spcBef>
              <a:spcAft>
                <a:spcPts val="0"/>
              </a:spcAft>
              <a:buClr>
                <a:schemeClr val="dk1"/>
              </a:buClr>
              <a:buSzPct val="81818"/>
              <a:buFont typeface="Arial"/>
              <a:buNone/>
            </a:pPr>
            <a:r>
              <a:t/>
            </a:r>
            <a:endParaRPr sz="1100">
              <a:latin typeface="Neuton"/>
              <a:ea typeface="Neuton"/>
              <a:cs typeface="Neuton"/>
              <a:sym typeface="Neuton"/>
            </a:endParaRPr>
          </a:p>
          <a:p>
            <a:pPr indent="0" lvl="0" marL="0" rtl="0" algn="l">
              <a:lnSpc>
                <a:spcPct val="115000"/>
              </a:lnSpc>
              <a:spcBef>
                <a:spcPts val="0"/>
              </a:spcBef>
              <a:spcAft>
                <a:spcPts val="0"/>
              </a:spcAft>
              <a:buClr>
                <a:schemeClr val="dk1"/>
              </a:buClr>
              <a:buSzPct val="90000"/>
              <a:buFont typeface="Arial"/>
              <a:buNone/>
            </a:pPr>
            <a:r>
              <a:t/>
            </a:r>
            <a:endParaRPr/>
          </a:p>
          <a:p>
            <a:pPr indent="0" lvl="0" marL="0" rtl="0" algn="l">
              <a:lnSpc>
                <a:spcPct val="115000"/>
              </a:lnSpc>
              <a:spcBef>
                <a:spcPts val="0"/>
              </a:spcBef>
              <a:spcAft>
                <a:spcPts val="0"/>
              </a:spcAft>
              <a:buClr>
                <a:schemeClr val="dk1"/>
              </a:buClr>
              <a:buSzPct val="90000"/>
              <a:buFont typeface="Arial"/>
              <a:buNone/>
            </a:pPr>
            <a:r>
              <a:t/>
            </a:r>
            <a:endParaRPr/>
          </a:p>
        </p:txBody>
      </p:sp>
      <p:pic>
        <p:nvPicPr>
          <p:cNvPr id="823" name="Google Shape;823;p68" title="Chart"/>
          <p:cNvPicPr preferRelativeResize="0"/>
          <p:nvPr/>
        </p:nvPicPr>
        <p:blipFill>
          <a:blip r:embed="rId3">
            <a:alphaModFix/>
          </a:blip>
          <a:stretch>
            <a:fillRect/>
          </a:stretch>
        </p:blipFill>
        <p:spPr>
          <a:xfrm>
            <a:off x="194375" y="1414925"/>
            <a:ext cx="2856601" cy="3232575"/>
          </a:xfrm>
          <a:prstGeom prst="rect">
            <a:avLst/>
          </a:prstGeom>
          <a:noFill/>
          <a:ln>
            <a:noFill/>
          </a:ln>
        </p:spPr>
      </p:pic>
      <p:pic>
        <p:nvPicPr>
          <p:cNvPr id="824" name="Google Shape;824;p68" title="Chart"/>
          <p:cNvPicPr preferRelativeResize="0"/>
          <p:nvPr/>
        </p:nvPicPr>
        <p:blipFill>
          <a:blip r:embed="rId4">
            <a:alphaModFix/>
          </a:blip>
          <a:stretch>
            <a:fillRect/>
          </a:stretch>
        </p:blipFill>
        <p:spPr>
          <a:xfrm>
            <a:off x="3141175" y="1414925"/>
            <a:ext cx="2856900" cy="3232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grpSp>
        <p:nvGrpSpPr>
          <p:cNvPr id="829" name="Google Shape;829;p69"/>
          <p:cNvGrpSpPr/>
          <p:nvPr/>
        </p:nvGrpSpPr>
        <p:grpSpPr>
          <a:xfrm>
            <a:off x="6088450" y="501200"/>
            <a:ext cx="2856600" cy="4462300"/>
            <a:chOff x="3140675" y="501200"/>
            <a:chExt cx="2856600" cy="4462300"/>
          </a:xfrm>
        </p:grpSpPr>
        <p:sp>
          <p:nvSpPr>
            <p:cNvPr id="830" name="Google Shape;830;p69"/>
            <p:cNvSpPr/>
            <p:nvPr/>
          </p:nvSpPr>
          <p:spPr>
            <a:xfrm rot="5400000">
              <a:off x="2427125" y="1393350"/>
              <a:ext cx="4283700" cy="28566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31" name="Google Shape;831;p69"/>
            <p:cNvSpPr/>
            <p:nvPr/>
          </p:nvSpPr>
          <p:spPr>
            <a:xfrm>
              <a:off x="3295225" y="501200"/>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832" name="Google Shape;832;p69"/>
          <p:cNvGrpSpPr/>
          <p:nvPr/>
        </p:nvGrpSpPr>
        <p:grpSpPr>
          <a:xfrm>
            <a:off x="192900" y="501200"/>
            <a:ext cx="2856600" cy="4462300"/>
            <a:chOff x="192900" y="501200"/>
            <a:chExt cx="2856600" cy="4462300"/>
          </a:xfrm>
        </p:grpSpPr>
        <p:sp>
          <p:nvSpPr>
            <p:cNvPr id="833" name="Google Shape;833;p69"/>
            <p:cNvSpPr/>
            <p:nvPr/>
          </p:nvSpPr>
          <p:spPr>
            <a:xfrm rot="5400000">
              <a:off x="-520650" y="1393350"/>
              <a:ext cx="4283700" cy="28566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34" name="Google Shape;834;p69"/>
            <p:cNvSpPr/>
            <p:nvPr/>
          </p:nvSpPr>
          <p:spPr>
            <a:xfrm>
              <a:off x="347450" y="501200"/>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835" name="Google Shape;835;p69"/>
          <p:cNvGrpSpPr/>
          <p:nvPr/>
        </p:nvGrpSpPr>
        <p:grpSpPr>
          <a:xfrm>
            <a:off x="3140675" y="501200"/>
            <a:ext cx="2856600" cy="4462300"/>
            <a:chOff x="3140675" y="501200"/>
            <a:chExt cx="2856600" cy="4462300"/>
          </a:xfrm>
        </p:grpSpPr>
        <p:sp>
          <p:nvSpPr>
            <p:cNvPr id="836" name="Google Shape;836;p69"/>
            <p:cNvSpPr/>
            <p:nvPr/>
          </p:nvSpPr>
          <p:spPr>
            <a:xfrm rot="5400000">
              <a:off x="2427125" y="1393350"/>
              <a:ext cx="4283700" cy="28566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37" name="Google Shape;837;p69"/>
            <p:cNvSpPr/>
            <p:nvPr/>
          </p:nvSpPr>
          <p:spPr>
            <a:xfrm>
              <a:off x="3295225" y="501200"/>
              <a:ext cx="1122283" cy="180007"/>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838" name="Google Shape;838;p69"/>
          <p:cNvSpPr txBox="1"/>
          <p:nvPr>
            <p:ph type="title"/>
          </p:nvPr>
        </p:nvSpPr>
        <p:spPr>
          <a:xfrm>
            <a:off x="193900" y="795674"/>
            <a:ext cx="2856900" cy="311700"/>
          </a:xfrm>
          <a:prstGeom prst="rect">
            <a:avLst/>
          </a:prstGeom>
        </p:spPr>
        <p:txBody>
          <a:bodyPr anchorCtr="0" anchor="t" bIns="0" lIns="180000" spcFirstLastPara="1" rIns="18000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200">
                <a:latin typeface="Neuton"/>
                <a:ea typeface="Neuton"/>
                <a:cs typeface="Neuton"/>
                <a:sym typeface="Neuton"/>
              </a:rPr>
              <a:t>NATO Countries Linear Regression Model</a:t>
            </a:r>
            <a:endParaRPr b="1" sz="1200">
              <a:latin typeface="Neuton"/>
              <a:ea typeface="Neuton"/>
              <a:cs typeface="Neuton"/>
              <a:sym typeface="Neuton"/>
            </a:endParaRPr>
          </a:p>
          <a:p>
            <a:pPr indent="0" lvl="0" marL="0" rtl="0" algn="l">
              <a:lnSpc>
                <a:spcPct val="100000"/>
              </a:lnSpc>
              <a:spcBef>
                <a:spcPts val="0"/>
              </a:spcBef>
              <a:spcAft>
                <a:spcPts val="0"/>
              </a:spcAft>
              <a:buSzPts val="2800"/>
              <a:buNone/>
            </a:pPr>
            <a:r>
              <a:t/>
            </a:r>
            <a:endParaRPr/>
          </a:p>
        </p:txBody>
      </p:sp>
      <p:sp>
        <p:nvSpPr>
          <p:cNvPr id="839" name="Google Shape;839;p69"/>
          <p:cNvSpPr txBox="1"/>
          <p:nvPr>
            <p:ph idx="1" type="subTitle"/>
          </p:nvPr>
        </p:nvSpPr>
        <p:spPr>
          <a:xfrm>
            <a:off x="594025" y="184700"/>
            <a:ext cx="3696300" cy="1539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SzPts val="1000"/>
              <a:buNone/>
            </a:pPr>
            <a:r>
              <a:rPr lang="en" sz="1400">
                <a:latin typeface="Neuton"/>
                <a:ea typeface="Neuton"/>
                <a:cs typeface="Neuton"/>
                <a:sym typeface="Neuton"/>
              </a:rPr>
              <a:t>DEEPER ANALYSIS cont’d </a:t>
            </a:r>
            <a:endParaRPr sz="1400">
              <a:latin typeface="Neuton"/>
              <a:ea typeface="Neuton"/>
              <a:cs typeface="Neuton"/>
              <a:sym typeface="Neuton"/>
            </a:endParaRPr>
          </a:p>
        </p:txBody>
      </p:sp>
      <p:sp>
        <p:nvSpPr>
          <p:cNvPr id="840" name="Google Shape;840;p69"/>
          <p:cNvSpPr txBox="1"/>
          <p:nvPr>
            <p:ph idx="2" type="title"/>
          </p:nvPr>
        </p:nvSpPr>
        <p:spPr>
          <a:xfrm>
            <a:off x="3141175" y="795672"/>
            <a:ext cx="2856900" cy="521400"/>
          </a:xfrm>
          <a:prstGeom prst="rect">
            <a:avLst/>
          </a:prstGeom>
        </p:spPr>
        <p:txBody>
          <a:bodyPr anchorCtr="0" anchor="t" bIns="0" lIns="180000" spcFirstLastPara="1" rIns="180000" wrap="square" tIns="0">
            <a:noAutofit/>
          </a:bodyPr>
          <a:lstStyle/>
          <a:p>
            <a:pPr indent="0" lvl="0" marL="0" rtl="0" algn="l">
              <a:lnSpc>
                <a:spcPct val="100000"/>
              </a:lnSpc>
              <a:spcBef>
                <a:spcPts val="0"/>
              </a:spcBef>
              <a:spcAft>
                <a:spcPts val="0"/>
              </a:spcAft>
              <a:buSzPts val="2800"/>
              <a:buNone/>
            </a:pPr>
            <a:r>
              <a:rPr b="1" lang="en" sz="1400">
                <a:latin typeface="Neuton"/>
                <a:ea typeface="Neuton"/>
                <a:cs typeface="Neuton"/>
                <a:sym typeface="Neuton"/>
              </a:rPr>
              <a:t>Non-</a:t>
            </a:r>
            <a:r>
              <a:rPr b="1" lang="en" sz="1400">
                <a:latin typeface="Neuton"/>
                <a:ea typeface="Neuton"/>
                <a:cs typeface="Neuton"/>
                <a:sym typeface="Neuton"/>
              </a:rPr>
              <a:t>NATO Countries Linear Regression Model </a:t>
            </a:r>
            <a:endParaRPr b="1" sz="1400">
              <a:latin typeface="Neuton"/>
              <a:ea typeface="Neuton"/>
              <a:cs typeface="Neuton"/>
              <a:sym typeface="Neuton"/>
            </a:endParaRPr>
          </a:p>
          <a:p>
            <a:pPr indent="0" lvl="0" marL="0" rtl="0" algn="l">
              <a:lnSpc>
                <a:spcPct val="100000"/>
              </a:lnSpc>
              <a:spcBef>
                <a:spcPts val="0"/>
              </a:spcBef>
              <a:spcAft>
                <a:spcPts val="0"/>
              </a:spcAft>
              <a:buSzPts val="2800"/>
              <a:buNone/>
            </a:pPr>
            <a:r>
              <a:t/>
            </a:r>
            <a:endParaRPr/>
          </a:p>
        </p:txBody>
      </p:sp>
      <p:sp>
        <p:nvSpPr>
          <p:cNvPr id="841" name="Google Shape;841;p69"/>
          <p:cNvSpPr txBox="1"/>
          <p:nvPr>
            <p:ph idx="3" type="title"/>
          </p:nvPr>
        </p:nvSpPr>
        <p:spPr>
          <a:xfrm>
            <a:off x="6088450" y="795678"/>
            <a:ext cx="2856900" cy="267000"/>
          </a:xfrm>
          <a:prstGeom prst="rect">
            <a:avLst/>
          </a:prstGeom>
        </p:spPr>
        <p:txBody>
          <a:bodyPr anchorCtr="0" anchor="t" bIns="0" lIns="180000" spcFirstLastPara="1" rIns="180000" wrap="square" tIns="0">
            <a:noAutofit/>
          </a:bodyPr>
          <a:lstStyle/>
          <a:p>
            <a:pPr indent="0" lvl="0" marL="0" rtl="0" algn="l">
              <a:lnSpc>
                <a:spcPct val="100000"/>
              </a:lnSpc>
              <a:spcBef>
                <a:spcPts val="0"/>
              </a:spcBef>
              <a:spcAft>
                <a:spcPts val="0"/>
              </a:spcAft>
              <a:buSzPts val="2800"/>
              <a:buNone/>
            </a:pPr>
            <a:r>
              <a:rPr lang="en"/>
              <a:t>Explanation: Linear Regression Model </a:t>
            </a:r>
            <a:endParaRPr/>
          </a:p>
        </p:txBody>
      </p:sp>
      <p:sp>
        <p:nvSpPr>
          <p:cNvPr id="842" name="Google Shape;842;p69"/>
          <p:cNvSpPr txBox="1"/>
          <p:nvPr>
            <p:ph idx="4" type="body"/>
          </p:nvPr>
        </p:nvSpPr>
        <p:spPr>
          <a:xfrm>
            <a:off x="194075" y="1414925"/>
            <a:ext cx="2856900" cy="3548700"/>
          </a:xfrm>
          <a:prstGeom prst="rect">
            <a:avLst/>
          </a:prstGeom>
        </p:spPr>
        <p:txBody>
          <a:bodyPr anchorCtr="0" anchor="t" bIns="180000" lIns="180000" spcFirstLastPara="1" rIns="180000" wrap="square" tIns="270000">
            <a:normAutofit/>
          </a:bodyPr>
          <a:lstStyle/>
          <a:p>
            <a:pPr indent="0" lvl="0" marL="0" rtl="0" algn="l">
              <a:lnSpc>
                <a:spcPct val="115000"/>
              </a:lnSpc>
              <a:spcBef>
                <a:spcPts val="0"/>
              </a:spcBef>
              <a:spcAft>
                <a:spcPts val="0"/>
              </a:spcAft>
              <a:buClr>
                <a:schemeClr val="dk1"/>
              </a:buClr>
              <a:buSzPts val="900"/>
              <a:buFont typeface="Arial"/>
              <a:buNone/>
            </a:pPr>
            <a:r>
              <a:t/>
            </a:r>
            <a:endParaRPr/>
          </a:p>
        </p:txBody>
      </p:sp>
      <p:sp>
        <p:nvSpPr>
          <p:cNvPr id="843" name="Google Shape;843;p69"/>
          <p:cNvSpPr txBox="1"/>
          <p:nvPr>
            <p:ph idx="5" type="body"/>
          </p:nvPr>
        </p:nvSpPr>
        <p:spPr>
          <a:xfrm>
            <a:off x="3140525" y="1414925"/>
            <a:ext cx="2856900" cy="3548700"/>
          </a:xfrm>
          <a:prstGeom prst="rect">
            <a:avLst/>
          </a:prstGeom>
        </p:spPr>
        <p:txBody>
          <a:bodyPr anchorCtr="0" anchor="t" bIns="180000" lIns="180000" spcFirstLastPara="1" rIns="180000" wrap="square" tIns="270000">
            <a:normAutofit/>
          </a:bodyPr>
          <a:lstStyle/>
          <a:p>
            <a:pPr indent="0" lvl="0" marL="0" rtl="0" algn="l">
              <a:lnSpc>
                <a:spcPct val="115000"/>
              </a:lnSpc>
              <a:spcBef>
                <a:spcPts val="0"/>
              </a:spcBef>
              <a:spcAft>
                <a:spcPts val="0"/>
              </a:spcAft>
              <a:buClr>
                <a:schemeClr val="dk1"/>
              </a:buClr>
              <a:buSzPts val="900"/>
              <a:buFont typeface="Arial"/>
              <a:buNone/>
            </a:pPr>
            <a:r>
              <a:t/>
            </a:r>
            <a:endParaRPr/>
          </a:p>
        </p:txBody>
      </p:sp>
      <p:sp>
        <p:nvSpPr>
          <p:cNvPr id="844" name="Google Shape;844;p69"/>
          <p:cNvSpPr txBox="1"/>
          <p:nvPr>
            <p:ph idx="6" type="body"/>
          </p:nvPr>
        </p:nvSpPr>
        <p:spPr>
          <a:xfrm>
            <a:off x="6086975" y="1414925"/>
            <a:ext cx="2856900" cy="3548700"/>
          </a:xfrm>
          <a:prstGeom prst="rect">
            <a:avLst/>
          </a:prstGeom>
        </p:spPr>
        <p:txBody>
          <a:bodyPr anchorCtr="0" anchor="t" bIns="180000" lIns="180000" spcFirstLastPara="1" rIns="180000" wrap="square" tIns="270000">
            <a:normAutofit/>
          </a:bodyPr>
          <a:lstStyle/>
          <a:p>
            <a:pPr indent="0" lvl="0" marL="0" rtl="0" algn="l">
              <a:lnSpc>
                <a:spcPct val="115000"/>
              </a:lnSpc>
              <a:spcBef>
                <a:spcPts val="0"/>
              </a:spcBef>
              <a:spcAft>
                <a:spcPts val="0"/>
              </a:spcAft>
              <a:buClr>
                <a:schemeClr val="dk1"/>
              </a:buClr>
              <a:buSzPts val="900"/>
              <a:buFont typeface="Arial"/>
              <a:buNone/>
            </a:pPr>
            <a:r>
              <a:rPr lang="en" sz="1200">
                <a:latin typeface="Neuton"/>
                <a:ea typeface="Neuton"/>
                <a:cs typeface="Neuton"/>
                <a:sym typeface="Neuton"/>
              </a:rPr>
              <a:t>These observations regarding that height and weight amongst NATO countries is high, the males olympians generally outnumber the female olympians, the age amongst the NATO and non-NATO countries have been very similar.</a:t>
            </a:r>
            <a:endParaRPr sz="1200">
              <a:latin typeface="Neuton"/>
              <a:ea typeface="Neuton"/>
              <a:cs typeface="Neuton"/>
              <a:sym typeface="Neuton"/>
            </a:endParaRPr>
          </a:p>
          <a:p>
            <a:pPr indent="0" lvl="0" marL="0" rtl="0" algn="l">
              <a:lnSpc>
                <a:spcPct val="115000"/>
              </a:lnSpc>
              <a:spcBef>
                <a:spcPts val="0"/>
              </a:spcBef>
              <a:spcAft>
                <a:spcPts val="0"/>
              </a:spcAft>
              <a:buClr>
                <a:schemeClr val="dk1"/>
              </a:buClr>
              <a:buSzPts val="900"/>
              <a:buFont typeface="Arial"/>
              <a:buNone/>
            </a:pPr>
            <a:r>
              <a:t/>
            </a:r>
            <a:endParaRPr sz="1200">
              <a:latin typeface="Neuton"/>
              <a:ea typeface="Neuton"/>
              <a:cs typeface="Neuton"/>
              <a:sym typeface="Neuton"/>
            </a:endParaRPr>
          </a:p>
          <a:p>
            <a:pPr indent="0" lvl="0" marL="0" rtl="0" algn="l">
              <a:lnSpc>
                <a:spcPct val="115000"/>
              </a:lnSpc>
              <a:spcBef>
                <a:spcPts val="0"/>
              </a:spcBef>
              <a:spcAft>
                <a:spcPts val="0"/>
              </a:spcAft>
              <a:buClr>
                <a:schemeClr val="dk1"/>
              </a:buClr>
              <a:buSzPts val="900"/>
              <a:buFont typeface="Arial"/>
              <a:buNone/>
            </a:pPr>
            <a:r>
              <a:t/>
            </a:r>
            <a:endParaRPr sz="1200">
              <a:latin typeface="Neuton"/>
              <a:ea typeface="Neuton"/>
              <a:cs typeface="Neuton"/>
              <a:sym typeface="Neuton"/>
            </a:endParaRPr>
          </a:p>
        </p:txBody>
      </p:sp>
      <p:pic>
        <p:nvPicPr>
          <p:cNvPr id="845" name="Google Shape;845;p69" title="Chart"/>
          <p:cNvPicPr preferRelativeResize="0"/>
          <p:nvPr/>
        </p:nvPicPr>
        <p:blipFill>
          <a:blip r:embed="rId3">
            <a:alphaModFix/>
          </a:blip>
          <a:stretch>
            <a:fillRect/>
          </a:stretch>
        </p:blipFill>
        <p:spPr>
          <a:xfrm>
            <a:off x="142625" y="1365050"/>
            <a:ext cx="2906874" cy="3159150"/>
          </a:xfrm>
          <a:prstGeom prst="rect">
            <a:avLst/>
          </a:prstGeom>
          <a:noFill/>
          <a:ln>
            <a:noFill/>
          </a:ln>
        </p:spPr>
      </p:pic>
      <p:pic>
        <p:nvPicPr>
          <p:cNvPr id="846" name="Google Shape;846;p69" title="Chart"/>
          <p:cNvPicPr preferRelativeResize="0"/>
          <p:nvPr/>
        </p:nvPicPr>
        <p:blipFill>
          <a:blip r:embed="rId4">
            <a:alphaModFix/>
          </a:blip>
          <a:stretch>
            <a:fillRect/>
          </a:stretch>
        </p:blipFill>
        <p:spPr>
          <a:xfrm>
            <a:off x="3140675" y="1414925"/>
            <a:ext cx="2856600" cy="3109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70"/>
          <p:cNvSpPr txBox="1"/>
          <p:nvPr>
            <p:ph idx="1" type="subTitle"/>
          </p:nvPr>
        </p:nvSpPr>
        <p:spPr>
          <a:xfrm>
            <a:off x="594025" y="184700"/>
            <a:ext cx="3696300" cy="153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400">
                <a:latin typeface="Neuton"/>
                <a:ea typeface="Neuton"/>
                <a:cs typeface="Neuton"/>
                <a:sym typeface="Neuton"/>
              </a:rPr>
              <a:t>Final Findings (Result of Hypotheses) </a:t>
            </a:r>
            <a:endParaRPr sz="1400">
              <a:latin typeface="Neuton"/>
              <a:ea typeface="Neuton"/>
              <a:cs typeface="Neuton"/>
              <a:sym typeface="Neuton"/>
            </a:endParaRPr>
          </a:p>
        </p:txBody>
      </p:sp>
      <p:sp>
        <p:nvSpPr>
          <p:cNvPr id="852" name="Google Shape;852;p70"/>
          <p:cNvSpPr txBox="1"/>
          <p:nvPr>
            <p:ph idx="2" type="title"/>
          </p:nvPr>
        </p:nvSpPr>
        <p:spPr>
          <a:xfrm>
            <a:off x="850" y="1078988"/>
            <a:ext cx="9144000" cy="3598800"/>
          </a:xfrm>
          <a:prstGeom prst="rect">
            <a:avLst/>
          </a:prstGeom>
        </p:spPr>
        <p:txBody>
          <a:bodyPr anchorCtr="0" anchor="t" bIns="108000" lIns="252000" spcFirstLastPara="1" rIns="252000" wrap="square" tIns="0">
            <a:noAutofit/>
          </a:bodyPr>
          <a:lstStyle/>
          <a:p>
            <a:pPr indent="-336550" lvl="0" marL="457200" rtl="0" algn="l">
              <a:spcBef>
                <a:spcPts val="0"/>
              </a:spcBef>
              <a:spcAft>
                <a:spcPts val="0"/>
              </a:spcAft>
              <a:buClr>
                <a:srgbClr val="0F1114"/>
              </a:buClr>
              <a:buSzPts val="1700"/>
              <a:buFont typeface="Neuton"/>
              <a:buAutoNum type="arabicPeriod"/>
            </a:pPr>
            <a:r>
              <a:rPr lang="en" sz="1700">
                <a:solidFill>
                  <a:srgbClr val="0F1114"/>
                </a:solidFill>
                <a:highlight>
                  <a:srgbClr val="FFFFFF"/>
                </a:highlight>
                <a:latin typeface="Neuton"/>
                <a:ea typeface="Neuton"/>
                <a:cs typeface="Neuton"/>
                <a:sym typeface="Neuton"/>
              </a:rPr>
              <a:t>Hypothesis #1 shows that it is partially supported, but there are more variables in count. There is still a relationship- but not as strong as I had expected it to be. </a:t>
            </a:r>
            <a:endParaRPr sz="1700">
              <a:solidFill>
                <a:srgbClr val="0F1114"/>
              </a:solidFill>
              <a:highlight>
                <a:srgbClr val="FFFFFF"/>
              </a:highlight>
              <a:latin typeface="Neuton"/>
              <a:ea typeface="Neuton"/>
              <a:cs typeface="Neuton"/>
              <a:sym typeface="Neuton"/>
            </a:endParaRPr>
          </a:p>
          <a:p>
            <a:pPr indent="-336550" lvl="1" marL="914400" rtl="0" algn="l">
              <a:spcBef>
                <a:spcPts val="0"/>
              </a:spcBef>
              <a:spcAft>
                <a:spcPts val="0"/>
              </a:spcAft>
              <a:buClr>
                <a:srgbClr val="0F1114"/>
              </a:buClr>
              <a:buSzPts val="1700"/>
              <a:buFont typeface="Neuton"/>
              <a:buAutoNum type="alphaLcPeriod"/>
            </a:pPr>
            <a:r>
              <a:rPr lang="en" sz="1700">
                <a:solidFill>
                  <a:srgbClr val="0F1114"/>
                </a:solidFill>
                <a:highlight>
                  <a:srgbClr val="FFFFFF"/>
                </a:highlight>
                <a:latin typeface="Neuton"/>
                <a:ea typeface="Neuton"/>
                <a:cs typeface="Neuton"/>
                <a:sym typeface="Neuton"/>
              </a:rPr>
              <a:t>These observations regarding that height and weight amongst NATO countries is high, the males olympians generally outnumber the female olympians, the age amongst the NATO and non-NATO countries have been very similar. </a:t>
            </a:r>
            <a:endParaRPr sz="1700">
              <a:solidFill>
                <a:srgbClr val="0F1114"/>
              </a:solidFill>
              <a:highlight>
                <a:srgbClr val="FFFFFF"/>
              </a:highlight>
              <a:latin typeface="Neuton"/>
              <a:ea typeface="Neuton"/>
              <a:cs typeface="Neuton"/>
              <a:sym typeface="Neuton"/>
            </a:endParaRPr>
          </a:p>
          <a:p>
            <a:pPr indent="-336550" lvl="1" marL="914400" rtl="0" algn="l">
              <a:spcBef>
                <a:spcPts val="0"/>
              </a:spcBef>
              <a:spcAft>
                <a:spcPts val="0"/>
              </a:spcAft>
              <a:buClr>
                <a:srgbClr val="0F1114"/>
              </a:buClr>
              <a:buSzPts val="1700"/>
              <a:buFont typeface="Neuton"/>
              <a:buAutoNum type="alphaLcPeriod"/>
            </a:pPr>
            <a:r>
              <a:rPr lang="en" sz="1700">
                <a:solidFill>
                  <a:srgbClr val="0F1114"/>
                </a:solidFill>
                <a:highlight>
                  <a:srgbClr val="FFFFFF"/>
                </a:highlight>
                <a:latin typeface="Neuton"/>
                <a:ea typeface="Neuton"/>
                <a:cs typeface="Neuton"/>
                <a:sym typeface="Neuton"/>
              </a:rPr>
              <a:t>However, comparing a NATO average Olympian to a non-NATO olympian winning more Gold medals is not very plausible as Olympic success varies by sport for example, Gymnastics favors more petite athletes while track and field favors athletes who are much lighter and taller.</a:t>
            </a:r>
            <a:endParaRPr sz="1700">
              <a:solidFill>
                <a:srgbClr val="0F1114"/>
              </a:solidFill>
              <a:highlight>
                <a:srgbClr val="FFFFFF"/>
              </a:highlight>
              <a:latin typeface="Neuton"/>
              <a:ea typeface="Neuton"/>
              <a:cs typeface="Neuton"/>
              <a:sym typeface="Neuton"/>
            </a:endParaRPr>
          </a:p>
          <a:p>
            <a:pPr indent="-336550" lvl="0" marL="457200" rtl="0" algn="l">
              <a:spcBef>
                <a:spcPts val="0"/>
              </a:spcBef>
              <a:spcAft>
                <a:spcPts val="0"/>
              </a:spcAft>
              <a:buClr>
                <a:srgbClr val="0F1114"/>
              </a:buClr>
              <a:buSzPts val="1700"/>
              <a:buFont typeface="Neuton"/>
              <a:buAutoNum type="arabicPeriod"/>
            </a:pPr>
            <a:r>
              <a:rPr lang="en" sz="1700">
                <a:solidFill>
                  <a:srgbClr val="0F1114"/>
                </a:solidFill>
                <a:highlight>
                  <a:srgbClr val="FFFFFF"/>
                </a:highlight>
                <a:latin typeface="Neuton"/>
                <a:ea typeface="Neuton"/>
                <a:cs typeface="Neuton"/>
                <a:sym typeface="Neuton"/>
              </a:rPr>
              <a:t> Hypothesis #2 shows that we can see from the data that this is supported. </a:t>
            </a:r>
            <a:endParaRPr sz="1700">
              <a:solidFill>
                <a:srgbClr val="0F1114"/>
              </a:solidFill>
              <a:highlight>
                <a:srgbClr val="FFFFFF"/>
              </a:highlight>
              <a:latin typeface="Neuton"/>
              <a:ea typeface="Neuton"/>
              <a:cs typeface="Neuton"/>
              <a:sym typeface="Neuton"/>
            </a:endParaRPr>
          </a:p>
          <a:p>
            <a:pPr indent="-336550" lvl="1" marL="914400" rtl="0" algn="l">
              <a:spcBef>
                <a:spcPts val="0"/>
              </a:spcBef>
              <a:spcAft>
                <a:spcPts val="0"/>
              </a:spcAft>
              <a:buClr>
                <a:srgbClr val="0F1114"/>
              </a:buClr>
              <a:buSzPts val="1700"/>
              <a:buFont typeface="Neuton"/>
              <a:buAutoNum type="alphaLcPeriod"/>
            </a:pPr>
            <a:r>
              <a:rPr lang="en" sz="1700">
                <a:solidFill>
                  <a:srgbClr val="0F1114"/>
                </a:solidFill>
                <a:highlight>
                  <a:srgbClr val="FFFFFF"/>
                </a:highlight>
                <a:latin typeface="Neuton"/>
                <a:ea typeface="Neuton"/>
                <a:cs typeface="Neuton"/>
                <a:sym typeface="Neuton"/>
              </a:rPr>
              <a:t>The initial hypothesis was that NATO countries consistently achieve higher Gold medal counts due to competitive advantages, in comparison with non-NATO countries.  </a:t>
            </a:r>
            <a:endParaRPr sz="1700">
              <a:solidFill>
                <a:srgbClr val="0F1114"/>
              </a:solidFill>
              <a:highlight>
                <a:srgbClr val="FFFFFF"/>
              </a:highlight>
              <a:latin typeface="Neuton"/>
              <a:ea typeface="Neuton"/>
              <a:cs typeface="Neuton"/>
              <a:sym typeface="Neuton"/>
            </a:endParaRPr>
          </a:p>
          <a:p>
            <a:pPr indent="-336550" lvl="1" marL="914400" rtl="0" algn="l">
              <a:spcBef>
                <a:spcPts val="0"/>
              </a:spcBef>
              <a:spcAft>
                <a:spcPts val="0"/>
              </a:spcAft>
              <a:buClr>
                <a:srgbClr val="0F1114"/>
              </a:buClr>
              <a:buSzPts val="1700"/>
              <a:buFont typeface="Neuton"/>
              <a:buAutoNum type="alphaLcPeriod"/>
            </a:pPr>
            <a:r>
              <a:rPr lang="en" sz="1700">
                <a:solidFill>
                  <a:srgbClr val="0F1114"/>
                </a:solidFill>
                <a:highlight>
                  <a:srgbClr val="FFFFFF"/>
                </a:highlight>
                <a:latin typeface="Neuton"/>
                <a:ea typeface="Neuton"/>
                <a:cs typeface="Neuton"/>
                <a:sym typeface="Neuton"/>
              </a:rPr>
              <a:t>The medal analysis by NATO countries has shown that NATO countries have always shown a higher count in Gold medals in comparison to non-NATO countries. </a:t>
            </a:r>
            <a:endParaRPr sz="1700">
              <a:solidFill>
                <a:srgbClr val="0F1114"/>
              </a:solidFill>
              <a:highlight>
                <a:srgbClr val="FFFFFF"/>
              </a:highlight>
              <a:latin typeface="Neuton"/>
              <a:ea typeface="Neuton"/>
              <a:cs typeface="Neuton"/>
              <a:sym typeface="Neuton"/>
            </a:endParaRPr>
          </a:p>
          <a:p>
            <a:pPr indent="0" lvl="0" marL="0" rtl="0" algn="l">
              <a:spcBef>
                <a:spcPts val="0"/>
              </a:spcBef>
              <a:spcAft>
                <a:spcPts val="0"/>
              </a:spcAft>
              <a:buNone/>
            </a:pPr>
            <a:r>
              <a:t/>
            </a:r>
            <a:endParaRPr sz="1700">
              <a:solidFill>
                <a:srgbClr val="0F1114"/>
              </a:solidFill>
              <a:highlight>
                <a:srgbClr val="FFFFFF"/>
              </a:highlight>
              <a:latin typeface="Neuton"/>
              <a:ea typeface="Neuton"/>
              <a:cs typeface="Neuton"/>
              <a:sym typeface="Neuto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71"/>
          <p:cNvSpPr txBox="1"/>
          <p:nvPr>
            <p:ph type="title"/>
          </p:nvPr>
        </p:nvSpPr>
        <p:spPr>
          <a:xfrm>
            <a:off x="-2450" y="4759975"/>
            <a:ext cx="9150600" cy="383400"/>
          </a:xfrm>
          <a:prstGeom prst="rect">
            <a:avLst/>
          </a:prstGeom>
        </p:spPr>
        <p:txBody>
          <a:bodyPr anchorCtr="0" anchor="ctr" bIns="0" lIns="108000" spcFirstLastPara="1" rIns="108000" wrap="square" tIns="0">
            <a:noAutofit/>
          </a:bodyPr>
          <a:lstStyle/>
          <a:p>
            <a:pPr indent="0" lvl="0" marL="0" rtl="0" algn="l">
              <a:spcBef>
                <a:spcPts val="0"/>
              </a:spcBef>
              <a:spcAft>
                <a:spcPts val="0"/>
              </a:spcAft>
              <a:buNone/>
            </a:pPr>
            <a:r>
              <a:t/>
            </a:r>
            <a:endParaRPr/>
          </a:p>
        </p:txBody>
      </p:sp>
      <p:sp>
        <p:nvSpPr>
          <p:cNvPr id="858" name="Google Shape;858;p71"/>
          <p:cNvSpPr txBox="1"/>
          <p:nvPr>
            <p:ph idx="1" type="subTitle"/>
          </p:nvPr>
        </p:nvSpPr>
        <p:spPr>
          <a:xfrm>
            <a:off x="594025" y="184700"/>
            <a:ext cx="3696300" cy="153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300"/>
              <a:t>Recommendations and Actions </a:t>
            </a:r>
            <a:endParaRPr sz="1300"/>
          </a:p>
        </p:txBody>
      </p:sp>
      <p:sp>
        <p:nvSpPr>
          <p:cNvPr id="859" name="Google Shape;859;p71"/>
          <p:cNvSpPr txBox="1"/>
          <p:nvPr>
            <p:ph idx="2" type="title"/>
          </p:nvPr>
        </p:nvSpPr>
        <p:spPr>
          <a:xfrm>
            <a:off x="850" y="1078988"/>
            <a:ext cx="9144000" cy="3598800"/>
          </a:xfrm>
          <a:prstGeom prst="rect">
            <a:avLst/>
          </a:prstGeom>
        </p:spPr>
        <p:txBody>
          <a:bodyPr anchorCtr="0" anchor="t" bIns="108000" lIns="252000" spcFirstLastPara="1" rIns="252000" wrap="square" tIns="0">
            <a:noAutofit/>
          </a:bodyPr>
          <a:lstStyle/>
          <a:p>
            <a:pPr indent="0" lvl="0" marL="0" rtl="0" algn="l">
              <a:lnSpc>
                <a:spcPct val="150000"/>
              </a:lnSpc>
              <a:spcBef>
                <a:spcPts val="600"/>
              </a:spcBef>
              <a:spcAft>
                <a:spcPts val="0"/>
              </a:spcAft>
              <a:buNone/>
            </a:pPr>
            <a:r>
              <a:t/>
            </a:r>
            <a:endParaRPr sz="1200">
              <a:solidFill>
                <a:srgbClr val="0D0F12"/>
              </a:solidFill>
              <a:highlight>
                <a:srgbClr val="FFFFFF"/>
              </a:highlight>
              <a:latin typeface="Arial"/>
              <a:ea typeface="Arial"/>
              <a:cs typeface="Arial"/>
              <a:sym typeface="Arial"/>
            </a:endParaRPr>
          </a:p>
          <a:p>
            <a:pPr indent="-323850" lvl="0" marL="457200" rtl="0" algn="l">
              <a:lnSpc>
                <a:spcPct val="150000"/>
              </a:lnSpc>
              <a:spcBef>
                <a:spcPts val="600"/>
              </a:spcBef>
              <a:spcAft>
                <a:spcPts val="0"/>
              </a:spcAft>
              <a:buClr>
                <a:srgbClr val="0D0F12"/>
              </a:buClr>
              <a:buSzPts val="1500"/>
              <a:buFont typeface="Neuton"/>
              <a:buChar char="●"/>
            </a:pPr>
            <a:r>
              <a:rPr lang="en" sz="1500">
                <a:solidFill>
                  <a:srgbClr val="0D0F12"/>
                </a:solidFill>
                <a:latin typeface="Neuton"/>
                <a:ea typeface="Neuton"/>
                <a:cs typeface="Neuton"/>
                <a:sym typeface="Neuton"/>
              </a:rPr>
              <a:t>In conclusion,  while doing this project and finding the data, I came with some recommendations on what would be best for the client to do. They should take account for the metrics such as Year, in part of using that for </a:t>
            </a:r>
            <a:r>
              <a:rPr lang="en" sz="1500">
                <a:solidFill>
                  <a:srgbClr val="0D0F12"/>
                </a:solidFill>
                <a:latin typeface="Neuton"/>
                <a:ea typeface="Neuton"/>
                <a:cs typeface="Neuton"/>
                <a:sym typeface="Neuton"/>
              </a:rPr>
              <a:t>measuring</a:t>
            </a:r>
            <a:r>
              <a:rPr lang="en" sz="1500">
                <a:solidFill>
                  <a:srgbClr val="0D0F12"/>
                </a:solidFill>
                <a:latin typeface="Neuton"/>
                <a:ea typeface="Neuton"/>
                <a:cs typeface="Neuton"/>
                <a:sym typeface="Neuton"/>
              </a:rPr>
              <a:t> the demographics (Height, Weight, Gender and countries (NATO and non-NATO).  When I was measuring, the first time I didn’t take the year in account, </a:t>
            </a:r>
            <a:r>
              <a:rPr lang="en" sz="1500">
                <a:solidFill>
                  <a:srgbClr val="0D0F12"/>
                </a:solidFill>
                <a:latin typeface="Neuton"/>
                <a:ea typeface="Neuton"/>
                <a:cs typeface="Neuton"/>
                <a:sym typeface="Neuton"/>
              </a:rPr>
              <a:t>believing</a:t>
            </a:r>
            <a:r>
              <a:rPr lang="en" sz="1500">
                <a:solidFill>
                  <a:srgbClr val="0D0F12"/>
                </a:solidFill>
                <a:latin typeface="Neuton"/>
                <a:ea typeface="Neuton"/>
                <a:cs typeface="Neuton"/>
                <a:sym typeface="Neuton"/>
              </a:rPr>
              <a:t> that it </a:t>
            </a:r>
            <a:r>
              <a:rPr lang="en" sz="1500">
                <a:solidFill>
                  <a:srgbClr val="0D0F12"/>
                </a:solidFill>
                <a:latin typeface="Neuton"/>
                <a:ea typeface="Neuton"/>
                <a:cs typeface="Neuton"/>
                <a:sym typeface="Neuton"/>
              </a:rPr>
              <a:t>might not have a bigger effect as compare to the other demographics, but, I was wrong. </a:t>
            </a:r>
            <a:endParaRPr sz="1500">
              <a:solidFill>
                <a:srgbClr val="0D0F12"/>
              </a:solidFill>
              <a:latin typeface="Neuton"/>
              <a:ea typeface="Neuton"/>
              <a:cs typeface="Neuton"/>
              <a:sym typeface="Neuton"/>
            </a:endParaRPr>
          </a:p>
          <a:p>
            <a:pPr indent="-323850" lvl="0" marL="457200" rtl="0" algn="l">
              <a:lnSpc>
                <a:spcPct val="150000"/>
              </a:lnSpc>
              <a:spcBef>
                <a:spcPts val="0"/>
              </a:spcBef>
              <a:spcAft>
                <a:spcPts val="0"/>
              </a:spcAft>
              <a:buClr>
                <a:srgbClr val="0D0F12"/>
              </a:buClr>
              <a:buSzPts val="1500"/>
              <a:buFont typeface="Neuton"/>
              <a:buChar char="●"/>
            </a:pPr>
            <a:r>
              <a:rPr lang="en" sz="1500">
                <a:solidFill>
                  <a:srgbClr val="0D0F12"/>
                </a:solidFill>
                <a:latin typeface="Neuton"/>
                <a:ea typeface="Neuton"/>
                <a:cs typeface="Neuton"/>
                <a:sym typeface="Neuton"/>
              </a:rPr>
              <a:t>Some of the relationships I have found or any ‘Aha’ moments were through the statistics,  I have seen, gender plays a big role in overall medals but specifically in gold medals, it is not as cut and dry, as you may think, the statistics have shown that many women have won gold medals in predominantly male sports.</a:t>
            </a:r>
            <a:endParaRPr sz="33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72"/>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65" name="Google Shape;865;p72"/>
          <p:cNvSpPr txBox="1"/>
          <p:nvPr>
            <p:ph type="title"/>
          </p:nvPr>
        </p:nvSpPr>
        <p:spPr>
          <a:xfrm>
            <a:off x="593175" y="486000"/>
            <a:ext cx="7916400" cy="27432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8000"/>
              <a:buNone/>
            </a:pPr>
            <a:br>
              <a:rPr lang="en"/>
            </a:br>
            <a:r>
              <a:rPr lang="en"/>
              <a:t>Thank you!</a:t>
            </a:r>
            <a:endParaRPr/>
          </a:p>
        </p:txBody>
      </p:sp>
      <p:sp>
        <p:nvSpPr>
          <p:cNvPr id="866" name="Google Shape;866;p72"/>
          <p:cNvSpPr txBox="1"/>
          <p:nvPr>
            <p:ph idx="3" type="subTitle"/>
          </p:nvPr>
        </p:nvSpPr>
        <p:spPr>
          <a:xfrm>
            <a:off x="1284638" y="214800"/>
            <a:ext cx="1501200" cy="183600"/>
          </a:xfrm>
          <a:prstGeom prst="rect">
            <a:avLst/>
          </a:prstGeom>
        </p:spPr>
        <p:txBody>
          <a:bodyPr anchorCtr="0" anchor="ctr" bIns="0" lIns="0" spcFirstLastPara="1" rIns="0" wrap="square" tIns="0">
            <a:noAutofit/>
          </a:bodyPr>
          <a:lstStyle/>
          <a:p>
            <a:pPr indent="0" lvl="0" marL="0" rtl="0" algn="ctr">
              <a:lnSpc>
                <a:spcPct val="115000"/>
              </a:lnSpc>
              <a:spcBef>
                <a:spcPts val="0"/>
              </a:spcBef>
              <a:spcAft>
                <a:spcPts val="0"/>
              </a:spcAft>
              <a:buClr>
                <a:schemeClr val="dk1"/>
              </a:buClr>
              <a:buSzPts val="1100"/>
              <a:buFont typeface="Arial"/>
              <a:buNone/>
            </a:pPr>
            <a:r>
              <a:rPr lang="en" sz="1700">
                <a:latin typeface="Neuton"/>
                <a:ea typeface="Neuton"/>
                <a:cs typeface="Neuton"/>
                <a:sym typeface="Neuton"/>
              </a:rPr>
              <a:t>Sports Stats</a:t>
            </a:r>
            <a:endParaRPr sz="1700">
              <a:latin typeface="Neuton"/>
              <a:ea typeface="Neuton"/>
              <a:cs typeface="Neuton"/>
              <a:sym typeface="Neuton"/>
            </a:endParaRPr>
          </a:p>
        </p:txBody>
      </p:sp>
      <p:cxnSp>
        <p:nvCxnSpPr>
          <p:cNvPr id="867" name="Google Shape;867;p72"/>
          <p:cNvCxnSpPr/>
          <p:nvPr/>
        </p:nvCxnSpPr>
        <p:spPr>
          <a:xfrm rot="10800000">
            <a:off x="593700" y="3671900"/>
            <a:ext cx="79482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TRATEGIC PITCH PRESENTATION">
  <a:themeElements>
    <a:clrScheme name="Simple Light">
      <a:dk1>
        <a:srgbClr val="000000"/>
      </a:dk1>
      <a:lt1>
        <a:srgbClr val="FAFAFA"/>
      </a:lt1>
      <a:dk2>
        <a:srgbClr val="CCCCCC"/>
      </a:dk2>
      <a:lt2>
        <a:srgbClr val="F3F3F3"/>
      </a:lt2>
      <a:accent1>
        <a:srgbClr val="FBE2C4"/>
      </a:accent1>
      <a:accent2>
        <a:srgbClr val="FFCCE4"/>
      </a:accent2>
      <a:accent3>
        <a:srgbClr val="C0E9FF"/>
      </a:accent3>
      <a:accent4>
        <a:srgbClr val="D2FD78"/>
      </a:accent4>
      <a:accent5>
        <a:srgbClr val="FAEA32"/>
      </a:accent5>
      <a:accent6>
        <a:srgbClr val="CBB2FE"/>
      </a:accent6>
      <a:hlink>
        <a:srgbClr val="C0E9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